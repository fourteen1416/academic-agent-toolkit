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image" Target="../media/image-2-19.png"/><Relationship Id="rId20" Type="http://schemas.openxmlformats.org/officeDocument/2006/relationships/image" Target="../media/image-2-20.svg"/><Relationship Id="rId21" Type="http://schemas.openxmlformats.org/officeDocument/2006/relationships/image" Target="../media/image-2-21.png"/><Relationship Id="rId22" Type="http://schemas.openxmlformats.org/officeDocument/2006/relationships/image" Target="../media/image-2-22.svg"/><Relationship Id="rId23" Type="http://schemas.openxmlformats.org/officeDocument/2006/relationships/image" Target="../media/image-2-23.png"/><Relationship Id="rId24" Type="http://schemas.openxmlformats.org/officeDocument/2006/relationships/image" Target="../media/image-2-24.svg"/><Relationship Id="rId25" Type="http://schemas.openxmlformats.org/officeDocument/2006/relationships/image" Target="../media/image-2-25.png"/><Relationship Id="rId26" Type="http://schemas.openxmlformats.org/officeDocument/2006/relationships/image" Target="../media/image-2-26.svg"/><Relationship Id="rId27" Type="http://schemas.openxmlformats.org/officeDocument/2006/relationships/image" Target="../media/image-2-27.png"/><Relationship Id="rId28" Type="http://schemas.openxmlformats.org/officeDocument/2006/relationships/image" Target="../media/image-2-28.svg"/><Relationship Id="rId29" Type="http://schemas.openxmlformats.org/officeDocument/2006/relationships/image" Target="../media/image-2-29.png"/><Relationship Id="rId30" Type="http://schemas.openxmlformats.org/officeDocument/2006/relationships/image" Target="../media/image-2-30.svg"/><Relationship Id="rId31" Type="http://schemas.openxmlformats.org/officeDocument/2006/relationships/image" Target="../media/image-2-31.png"/><Relationship Id="rId32" Type="http://schemas.openxmlformats.org/officeDocument/2006/relationships/image" Target="../media/image-2-32.svg"/><Relationship Id="rId33" Type="http://schemas.openxmlformats.org/officeDocument/2006/relationships/image" Target="../media/image-2-33.png"/><Relationship Id="rId34" Type="http://schemas.openxmlformats.org/officeDocument/2006/relationships/image" Target="../media/image-2-34.svg"/><Relationship Id="rId35" Type="http://schemas.openxmlformats.org/officeDocument/2006/relationships/image" Target="../media/image-2-35.png"/><Relationship Id="rId36" Type="http://schemas.openxmlformats.org/officeDocument/2006/relationships/image" Target="../media/image-2-36.svg"/><Relationship Id="rId37" Type="http://schemas.openxmlformats.org/officeDocument/2006/relationships/image" Target="../media/image-2-37.png"/><Relationship Id="rId38" Type="http://schemas.openxmlformats.org/officeDocument/2006/relationships/image" Target="../media/image-2-38.svg"/><Relationship Id="rId39" Type="http://schemas.openxmlformats.org/officeDocument/2006/relationships/image" Target="../media/image-2-39.png"/><Relationship Id="rId40" Type="http://schemas.openxmlformats.org/officeDocument/2006/relationships/image" Target="../media/image-2-40.svg"/><Relationship Id="rId41" Type="http://schemas.openxmlformats.org/officeDocument/2006/relationships/image" Target="../media/image-2-41.png"/><Relationship Id="rId42" Type="http://schemas.openxmlformats.org/officeDocument/2006/relationships/image" Target="../media/image-2-42.svg"/><Relationship Id="rId43" Type="http://schemas.openxmlformats.org/officeDocument/2006/relationships/image" Target="../media/image-2-43.png"/><Relationship Id="rId44" Type="http://schemas.openxmlformats.org/officeDocument/2006/relationships/image" Target="../media/image-2-44.svg"/><Relationship Id="rId45" Type="http://schemas.openxmlformats.org/officeDocument/2006/relationships/image" Target="../media/image-2-45.png"/><Relationship Id="rId46" Type="http://schemas.openxmlformats.org/officeDocument/2006/relationships/image" Target="../media/image-2-46.svg"/><Relationship Id="rId47" Type="http://schemas.openxmlformats.org/officeDocument/2006/relationships/image" Target="../media/image-2-47.png"/><Relationship Id="rId48" Type="http://schemas.openxmlformats.org/officeDocument/2006/relationships/image" Target="../media/image-2-48.svg"/><Relationship Id="rId49" Type="http://schemas.openxmlformats.org/officeDocument/2006/relationships/image" Target="../media/image-2-49.png"/><Relationship Id="rId50" Type="http://schemas.openxmlformats.org/officeDocument/2006/relationships/image" Target="../media/image-2-50.svg"/><Relationship Id="rId51" Type="http://schemas.openxmlformats.org/officeDocument/2006/relationships/image" Target="../media/image-2-51.png"/><Relationship Id="rId52" Type="http://schemas.openxmlformats.org/officeDocument/2006/relationships/image" Target="../media/image-2-52.svg"/><Relationship Id="rId53" Type="http://schemas.openxmlformats.org/officeDocument/2006/relationships/image" Target="../media/image-2-53.png"/><Relationship Id="rId54" Type="http://schemas.openxmlformats.org/officeDocument/2006/relationships/image" Target="../media/image-2-54.svg"/><Relationship Id="rId55" Type="http://schemas.openxmlformats.org/officeDocument/2006/relationships/image" Target="../media/image-2-55.png"/><Relationship Id="rId56" Type="http://schemas.openxmlformats.org/officeDocument/2006/relationships/image" Target="../media/image-2-56.svg"/><Relationship Id="rId57" Type="http://schemas.openxmlformats.org/officeDocument/2006/relationships/image" Target="../media/image-2-57.png"/><Relationship Id="rId58" Type="http://schemas.openxmlformats.org/officeDocument/2006/relationships/image" Target="../media/image-2-58.svg"/><Relationship Id="rId59" Type="http://schemas.openxmlformats.org/officeDocument/2006/relationships/image" Target="../media/image-2-59.png"/><Relationship Id="rId60" Type="http://schemas.openxmlformats.org/officeDocument/2006/relationships/image" Target="../media/image-2-60.svg"/><Relationship Id="rId61" Type="http://schemas.openxmlformats.org/officeDocument/2006/relationships/image" Target="../media/image-2-61.png"/><Relationship Id="rId62" Type="http://schemas.openxmlformats.org/officeDocument/2006/relationships/image" Target="../media/image-2-62.svg"/><Relationship Id="rId63" Type="http://schemas.openxmlformats.org/officeDocument/2006/relationships/image" Target="../media/image-2-63.png"/><Relationship Id="rId64" Type="http://schemas.openxmlformats.org/officeDocument/2006/relationships/image" Target="../media/image-2-64.svg"/><Relationship Id="rId65" Type="http://schemas.openxmlformats.org/officeDocument/2006/relationships/image" Target="../media/image-2-65.png"/><Relationship Id="rId66" Type="http://schemas.openxmlformats.org/officeDocument/2006/relationships/image" Target="../media/image-2-66.svg"/><Relationship Id="rId67" Type="http://schemas.openxmlformats.org/officeDocument/2006/relationships/image" Target="../media/image-2-67.png"/><Relationship Id="rId68" Type="http://schemas.openxmlformats.org/officeDocument/2006/relationships/image" Target="../media/image-2-68.svg"/><Relationship Id="rId69" Type="http://schemas.openxmlformats.org/officeDocument/2006/relationships/image" Target="../media/image-2-69.png"/><Relationship Id="rId70" Type="http://schemas.openxmlformats.org/officeDocument/2006/relationships/image" Target="../media/image-2-70.svg"/><Relationship Id="rId71" Type="http://schemas.openxmlformats.org/officeDocument/2006/relationships/image" Target="../media/image-2-71.png"/><Relationship Id="rId72" Type="http://schemas.openxmlformats.org/officeDocument/2006/relationships/image" Target="../media/image-2-72.svg"/><Relationship Id="rId73" Type="http://schemas.openxmlformats.org/officeDocument/2006/relationships/image" Target="../media/image-2-73.png"/><Relationship Id="rId74" Type="http://schemas.openxmlformats.org/officeDocument/2006/relationships/image" Target="../media/image-2-74.svg"/><Relationship Id="rId75" Type="http://schemas.openxmlformats.org/officeDocument/2006/relationships/image" Target="../media/image-2-75.png"/><Relationship Id="rId76" Type="http://schemas.openxmlformats.org/officeDocument/2006/relationships/image" Target="../media/image-2-76.svg"/><Relationship Id="rId77" Type="http://schemas.openxmlformats.org/officeDocument/2006/relationships/image" Target="../media/image-2-77.png"/><Relationship Id="rId78" Type="http://schemas.openxmlformats.org/officeDocument/2006/relationships/image" Target="../media/image-2-78.svg"/><Relationship Id="rId79" Type="http://schemas.openxmlformats.org/officeDocument/2006/relationships/image" Target="../media/image-2-79.png"/><Relationship Id="rId80" Type="http://schemas.openxmlformats.org/officeDocument/2006/relationships/image" Target="../media/image-2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image" Target="../media/image-3-19.png"/><Relationship Id="rId20" Type="http://schemas.openxmlformats.org/officeDocument/2006/relationships/image" Target="../media/image-3-20.svg"/><Relationship Id="rId21" Type="http://schemas.openxmlformats.org/officeDocument/2006/relationships/image" Target="../media/image-3-21.png"/><Relationship Id="rId22" Type="http://schemas.openxmlformats.org/officeDocument/2006/relationships/image" Target="../media/image-3-22.svg"/><Relationship Id="rId23" Type="http://schemas.openxmlformats.org/officeDocument/2006/relationships/image" Target="../media/image-3-23.png"/><Relationship Id="rId24" Type="http://schemas.openxmlformats.org/officeDocument/2006/relationships/image" Target="../media/image-3-24.svg"/><Relationship Id="rId25" Type="http://schemas.openxmlformats.org/officeDocument/2006/relationships/image" Target="../media/image-3-25.png"/><Relationship Id="rId26" Type="http://schemas.openxmlformats.org/officeDocument/2006/relationships/image" Target="../media/image-3-26.svg"/><Relationship Id="rId27" Type="http://schemas.openxmlformats.org/officeDocument/2006/relationships/image" Target="../media/image-3-27.png"/><Relationship Id="rId28" Type="http://schemas.openxmlformats.org/officeDocument/2006/relationships/image" Target="../media/image-3-28.svg"/><Relationship Id="rId29" Type="http://schemas.openxmlformats.org/officeDocument/2006/relationships/image" Target="../media/image-3-29.png"/><Relationship Id="rId30" Type="http://schemas.openxmlformats.org/officeDocument/2006/relationships/image" Target="../media/image-3-30.svg"/><Relationship Id="rId31" Type="http://schemas.openxmlformats.org/officeDocument/2006/relationships/image" Target="../media/image-3-31.png"/><Relationship Id="rId32" Type="http://schemas.openxmlformats.org/officeDocument/2006/relationships/image" Target="../media/image-3-32.svg"/><Relationship Id="rId33" Type="http://schemas.openxmlformats.org/officeDocument/2006/relationships/image" Target="../media/image-3-33.png"/><Relationship Id="rId34" Type="http://schemas.openxmlformats.org/officeDocument/2006/relationships/image" Target="../media/image-3-34.svg"/><Relationship Id="rId35" Type="http://schemas.openxmlformats.org/officeDocument/2006/relationships/image" Target="../media/image-3-35.png"/><Relationship Id="rId36" Type="http://schemas.openxmlformats.org/officeDocument/2006/relationships/image" Target="../media/image-3-36.svg"/><Relationship Id="rId37" Type="http://schemas.openxmlformats.org/officeDocument/2006/relationships/image" Target="../media/image-3-37.png"/><Relationship Id="rId38" Type="http://schemas.openxmlformats.org/officeDocument/2006/relationships/image" Target="../media/image-3-38.svg"/><Relationship Id="rId39" Type="http://schemas.openxmlformats.org/officeDocument/2006/relationships/image" Target="../media/image-3-39.png"/><Relationship Id="rId40" Type="http://schemas.openxmlformats.org/officeDocument/2006/relationships/image" Target="../media/image-3-40.svg"/><Relationship Id="rId41" Type="http://schemas.openxmlformats.org/officeDocument/2006/relationships/image" Target="../media/image-3-41.png"/><Relationship Id="rId42" Type="http://schemas.openxmlformats.org/officeDocument/2006/relationships/image" Target="../media/image-3-42.svg"/><Relationship Id="rId43" Type="http://schemas.openxmlformats.org/officeDocument/2006/relationships/image" Target="../media/image-3-43.png"/><Relationship Id="rId44" Type="http://schemas.openxmlformats.org/officeDocument/2006/relationships/image" Target="../media/image-3-44.svg"/><Relationship Id="rId45" Type="http://schemas.openxmlformats.org/officeDocument/2006/relationships/image" Target="../media/image-3-45.png"/><Relationship Id="rId46" Type="http://schemas.openxmlformats.org/officeDocument/2006/relationships/image" Target="../media/image-3-46.svg"/><Relationship Id="rId47" Type="http://schemas.openxmlformats.org/officeDocument/2006/relationships/image" Target="../media/image-3-47.png"/><Relationship Id="rId48" Type="http://schemas.openxmlformats.org/officeDocument/2006/relationships/image" Target="../media/image-3-48.svg"/><Relationship Id="rId49" Type="http://schemas.openxmlformats.org/officeDocument/2006/relationships/image" Target="../media/image-3-49.png"/><Relationship Id="rId50" Type="http://schemas.openxmlformats.org/officeDocument/2006/relationships/image" Target="../media/image-3-50.svg"/><Relationship Id="rId51" Type="http://schemas.openxmlformats.org/officeDocument/2006/relationships/image" Target="../media/image-3-51.png"/><Relationship Id="rId52" Type="http://schemas.openxmlformats.org/officeDocument/2006/relationships/image" Target="../media/image-3-52.svg"/><Relationship Id="rId53" Type="http://schemas.openxmlformats.org/officeDocument/2006/relationships/image" Target="../media/image-3-53.png"/><Relationship Id="rId54" Type="http://schemas.openxmlformats.org/officeDocument/2006/relationships/image" Target="../media/image-3-54.svg"/><Relationship Id="rId55" Type="http://schemas.openxmlformats.org/officeDocument/2006/relationships/image" Target="../media/image-3-55.png"/><Relationship Id="rId56" Type="http://schemas.openxmlformats.org/officeDocument/2006/relationships/image" Target="../media/image-3-56.svg"/><Relationship Id="rId57" Type="http://schemas.openxmlformats.org/officeDocument/2006/relationships/image" Target="../media/image-3-57.png"/><Relationship Id="rId58" Type="http://schemas.openxmlformats.org/officeDocument/2006/relationships/image" Target="../media/image-3-58.svg"/><Relationship Id="rId59" Type="http://schemas.openxmlformats.org/officeDocument/2006/relationships/image" Target="../media/image-3-59.png"/><Relationship Id="rId60" Type="http://schemas.openxmlformats.org/officeDocument/2006/relationships/image" Target="../media/image-3-60.svg"/><Relationship Id="rId61" Type="http://schemas.openxmlformats.org/officeDocument/2006/relationships/image" Target="../media/image-3-61.png"/><Relationship Id="rId62" Type="http://schemas.openxmlformats.org/officeDocument/2006/relationships/image" Target="../media/image-3-62.svg"/><Relationship Id="rId63" Type="http://schemas.openxmlformats.org/officeDocument/2006/relationships/image" Target="../media/image-3-63.png"/><Relationship Id="rId64" Type="http://schemas.openxmlformats.org/officeDocument/2006/relationships/image" Target="../media/image-3-64.svg"/><Relationship Id="rId65" Type="http://schemas.openxmlformats.org/officeDocument/2006/relationships/image" Target="../media/image-3-65.png"/><Relationship Id="rId66" Type="http://schemas.openxmlformats.org/officeDocument/2006/relationships/image" Target="../media/image-3-66.svg"/><Relationship Id="rId67" Type="http://schemas.openxmlformats.org/officeDocument/2006/relationships/image" Target="../media/image-3-67.png"/><Relationship Id="rId68" Type="http://schemas.openxmlformats.org/officeDocument/2006/relationships/image" Target="../media/image-3-68.svg"/><Relationship Id="rId69" Type="http://schemas.openxmlformats.org/officeDocument/2006/relationships/image" Target="../media/image-3-69.png"/><Relationship Id="rId70" Type="http://schemas.openxmlformats.org/officeDocument/2006/relationships/image" Target="../media/image-3-70.svg"/><Relationship Id="rId71" Type="http://schemas.openxmlformats.org/officeDocument/2006/relationships/image" Target="../media/image-3-71.png"/><Relationship Id="rId72" Type="http://schemas.openxmlformats.org/officeDocument/2006/relationships/image" Target="../media/image-3-72.svg"/><Relationship Id="rId73" Type="http://schemas.openxmlformats.org/officeDocument/2006/relationships/image" Target="../media/image-3-73.png"/><Relationship Id="rId74" Type="http://schemas.openxmlformats.org/officeDocument/2006/relationships/image" Target="../media/image-3-74.svg"/><Relationship Id="rId75" Type="http://schemas.openxmlformats.org/officeDocument/2006/relationships/image" Target="../media/image-3-75.png"/><Relationship Id="rId76" Type="http://schemas.openxmlformats.org/officeDocument/2006/relationships/image" Target="../media/image-3-76.svg"/><Relationship Id="rId77" Type="http://schemas.openxmlformats.org/officeDocument/2006/relationships/image" Target="../media/image-3-77.png"/><Relationship Id="rId78" Type="http://schemas.openxmlformats.org/officeDocument/2006/relationships/image" Target="../media/image-3-78.svg"/><Relationship Id="rId79" Type="http://schemas.openxmlformats.org/officeDocument/2006/relationships/image" Target="../media/image-3-79.png"/><Relationship Id="rId80" Type="http://schemas.openxmlformats.org/officeDocument/2006/relationships/image" Target="../media/image-3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image" Target="../media/image-4-21.png"/><Relationship Id="rId22" Type="http://schemas.openxmlformats.org/officeDocument/2006/relationships/image" Target="../media/image-4-22.svg"/><Relationship Id="rId23" Type="http://schemas.openxmlformats.org/officeDocument/2006/relationships/image" Target="../media/image-4-23.png"/><Relationship Id="rId24" Type="http://schemas.openxmlformats.org/officeDocument/2006/relationships/image" Target="../media/image-4-24.svg"/><Relationship Id="rId25" Type="http://schemas.openxmlformats.org/officeDocument/2006/relationships/image" Target="../media/image-4-25.png"/><Relationship Id="rId26" Type="http://schemas.openxmlformats.org/officeDocument/2006/relationships/image" Target="../media/image-4-26.svg"/><Relationship Id="rId27" Type="http://schemas.openxmlformats.org/officeDocument/2006/relationships/image" Target="../media/image-4-27.png"/><Relationship Id="rId28" Type="http://schemas.openxmlformats.org/officeDocument/2006/relationships/image" Target="../media/image-4-28.svg"/><Relationship Id="rId29" Type="http://schemas.openxmlformats.org/officeDocument/2006/relationships/image" Target="../media/image-4-29.png"/><Relationship Id="rId30" Type="http://schemas.openxmlformats.org/officeDocument/2006/relationships/image" Target="../media/image-4-30.svg"/><Relationship Id="rId31" Type="http://schemas.openxmlformats.org/officeDocument/2006/relationships/image" Target="../media/image-4-31.png"/><Relationship Id="rId32" Type="http://schemas.openxmlformats.org/officeDocument/2006/relationships/image" Target="../media/image-4-32.svg"/><Relationship Id="rId33" Type="http://schemas.openxmlformats.org/officeDocument/2006/relationships/image" Target="../media/image-4-33.png"/><Relationship Id="rId34" Type="http://schemas.openxmlformats.org/officeDocument/2006/relationships/image" Target="../media/image-4-34.svg"/><Relationship Id="rId35" Type="http://schemas.openxmlformats.org/officeDocument/2006/relationships/image" Target="../media/image-4-35.png"/><Relationship Id="rId36" Type="http://schemas.openxmlformats.org/officeDocument/2006/relationships/image" Target="../media/image-4-36.svg"/><Relationship Id="rId37" Type="http://schemas.openxmlformats.org/officeDocument/2006/relationships/image" Target="../media/image-4-37.png"/><Relationship Id="rId38" Type="http://schemas.openxmlformats.org/officeDocument/2006/relationships/image" Target="../media/image-4-38.svg"/><Relationship Id="rId39" Type="http://schemas.openxmlformats.org/officeDocument/2006/relationships/image" Target="../media/image-4-39.png"/><Relationship Id="rId40" Type="http://schemas.openxmlformats.org/officeDocument/2006/relationships/image" Target="../media/image-4-40.svg"/><Relationship Id="rId41" Type="http://schemas.openxmlformats.org/officeDocument/2006/relationships/image" Target="../media/image-4-41.png"/><Relationship Id="rId42" Type="http://schemas.openxmlformats.org/officeDocument/2006/relationships/image" Target="../media/image-4-42.svg"/><Relationship Id="rId43" Type="http://schemas.openxmlformats.org/officeDocument/2006/relationships/image" Target="../media/image-4-43.png"/><Relationship Id="rId44" Type="http://schemas.openxmlformats.org/officeDocument/2006/relationships/image" Target="../media/image-4-44.svg"/><Relationship Id="rId45" Type="http://schemas.openxmlformats.org/officeDocument/2006/relationships/image" Target="../media/image-4-45.png"/><Relationship Id="rId46" Type="http://schemas.openxmlformats.org/officeDocument/2006/relationships/image" Target="../media/image-4-46.svg"/><Relationship Id="rId47" Type="http://schemas.openxmlformats.org/officeDocument/2006/relationships/image" Target="../media/image-4-47.png"/><Relationship Id="rId48" Type="http://schemas.openxmlformats.org/officeDocument/2006/relationships/image" Target="../media/image-4-48.svg"/><Relationship Id="rId49" Type="http://schemas.openxmlformats.org/officeDocument/2006/relationships/image" Target="../media/image-4-49.png"/><Relationship Id="rId50" Type="http://schemas.openxmlformats.org/officeDocument/2006/relationships/image" Target="../media/image-4-50.svg"/><Relationship Id="rId51" Type="http://schemas.openxmlformats.org/officeDocument/2006/relationships/image" Target="../media/image-4-51.png"/><Relationship Id="rId52" Type="http://schemas.openxmlformats.org/officeDocument/2006/relationships/image" Target="../media/image-4-52.svg"/><Relationship Id="rId53" Type="http://schemas.openxmlformats.org/officeDocument/2006/relationships/image" Target="../media/image-4-53.png"/><Relationship Id="rId54" Type="http://schemas.openxmlformats.org/officeDocument/2006/relationships/image" Target="../media/image-4-54.svg"/><Relationship Id="rId55" Type="http://schemas.openxmlformats.org/officeDocument/2006/relationships/image" Target="../media/image-4-55.png"/><Relationship Id="rId56" Type="http://schemas.openxmlformats.org/officeDocument/2006/relationships/image" Target="../media/image-4-56.svg"/><Relationship Id="rId57" Type="http://schemas.openxmlformats.org/officeDocument/2006/relationships/image" Target="../media/image-4-57.png"/><Relationship Id="rId58" Type="http://schemas.openxmlformats.org/officeDocument/2006/relationships/image" Target="../media/image-4-58.svg"/><Relationship Id="rId59" Type="http://schemas.openxmlformats.org/officeDocument/2006/relationships/image" Target="../media/image-4-59.png"/><Relationship Id="rId60" Type="http://schemas.openxmlformats.org/officeDocument/2006/relationships/image" Target="../media/image-4-60.svg"/><Relationship Id="rId61" Type="http://schemas.openxmlformats.org/officeDocument/2006/relationships/image" Target="../media/image-4-61.png"/><Relationship Id="rId62" Type="http://schemas.openxmlformats.org/officeDocument/2006/relationships/image" Target="../media/image-4-62.svg"/><Relationship Id="rId63" Type="http://schemas.openxmlformats.org/officeDocument/2006/relationships/image" Target="../media/image-4-63.png"/><Relationship Id="rId64" Type="http://schemas.openxmlformats.org/officeDocument/2006/relationships/image" Target="../media/image-4-64.svg"/><Relationship Id="rId65" Type="http://schemas.openxmlformats.org/officeDocument/2006/relationships/image" Target="../media/image-4-65.png"/><Relationship Id="rId66" Type="http://schemas.openxmlformats.org/officeDocument/2006/relationships/image" Target="../media/image-4-66.svg"/><Relationship Id="rId67" Type="http://schemas.openxmlformats.org/officeDocument/2006/relationships/image" Target="../media/image-4-67.png"/><Relationship Id="rId68" Type="http://schemas.openxmlformats.org/officeDocument/2006/relationships/image" Target="../media/image-4-68.svg"/><Relationship Id="rId69" Type="http://schemas.openxmlformats.org/officeDocument/2006/relationships/image" Target="../media/image-4-69.png"/><Relationship Id="rId70" Type="http://schemas.openxmlformats.org/officeDocument/2006/relationships/image" Target="../media/image-4-70.svg"/><Relationship Id="rId71" Type="http://schemas.openxmlformats.org/officeDocument/2006/relationships/image" Target="../media/image-4-71.png"/><Relationship Id="rId72" Type="http://schemas.openxmlformats.org/officeDocument/2006/relationships/image" Target="../media/image-4-72.svg"/><Relationship Id="rId73" Type="http://schemas.openxmlformats.org/officeDocument/2006/relationships/image" Target="../media/image-4-73.png"/><Relationship Id="rId74" Type="http://schemas.openxmlformats.org/officeDocument/2006/relationships/image" Target="../media/image-4-74.svg"/><Relationship Id="rId75" Type="http://schemas.openxmlformats.org/officeDocument/2006/relationships/image" Target="../media/image-4-75.png"/><Relationship Id="rId76" Type="http://schemas.openxmlformats.org/officeDocument/2006/relationships/image" Target="../media/image-4-76.svg"/><Relationship Id="rId77" Type="http://schemas.openxmlformats.org/officeDocument/2006/relationships/image" Target="../media/image-4-77.png"/><Relationship Id="rId78" Type="http://schemas.openxmlformats.org/officeDocument/2006/relationships/image" Target="../media/image-4-78.svg"/><Relationship Id="rId79" Type="http://schemas.openxmlformats.org/officeDocument/2006/relationships/image" Target="../media/image-4-79.png"/><Relationship Id="rId80" Type="http://schemas.openxmlformats.org/officeDocument/2006/relationships/image" Target="../media/image-4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image" Target="../media/image-5-19.png"/><Relationship Id="rId20" Type="http://schemas.openxmlformats.org/officeDocument/2006/relationships/image" Target="../media/image-5-20.svg"/><Relationship Id="rId21" Type="http://schemas.openxmlformats.org/officeDocument/2006/relationships/image" Target="../media/image-5-21.png"/><Relationship Id="rId22" Type="http://schemas.openxmlformats.org/officeDocument/2006/relationships/image" Target="../media/image-5-22.svg"/><Relationship Id="rId23" Type="http://schemas.openxmlformats.org/officeDocument/2006/relationships/image" Target="../media/image-5-23.png"/><Relationship Id="rId24" Type="http://schemas.openxmlformats.org/officeDocument/2006/relationships/image" Target="../media/image-5-24.svg"/><Relationship Id="rId25" Type="http://schemas.openxmlformats.org/officeDocument/2006/relationships/image" Target="../media/image-5-25.png"/><Relationship Id="rId26" Type="http://schemas.openxmlformats.org/officeDocument/2006/relationships/image" Target="../media/image-5-26.svg"/><Relationship Id="rId27" Type="http://schemas.openxmlformats.org/officeDocument/2006/relationships/image" Target="../media/image-5-27.png"/><Relationship Id="rId28" Type="http://schemas.openxmlformats.org/officeDocument/2006/relationships/image" Target="../media/image-5-28.svg"/><Relationship Id="rId29" Type="http://schemas.openxmlformats.org/officeDocument/2006/relationships/image" Target="../media/image-5-29.png"/><Relationship Id="rId30" Type="http://schemas.openxmlformats.org/officeDocument/2006/relationships/image" Target="../media/image-5-30.svg"/><Relationship Id="rId31" Type="http://schemas.openxmlformats.org/officeDocument/2006/relationships/image" Target="../media/image-5-31.png"/><Relationship Id="rId32" Type="http://schemas.openxmlformats.org/officeDocument/2006/relationships/image" Target="../media/image-5-32.svg"/><Relationship Id="rId33" Type="http://schemas.openxmlformats.org/officeDocument/2006/relationships/image" Target="../media/image-5-33.png"/><Relationship Id="rId34" Type="http://schemas.openxmlformats.org/officeDocument/2006/relationships/image" Target="../media/image-5-34.svg"/><Relationship Id="rId35" Type="http://schemas.openxmlformats.org/officeDocument/2006/relationships/image" Target="../media/image-5-35.png"/><Relationship Id="rId36" Type="http://schemas.openxmlformats.org/officeDocument/2006/relationships/image" Target="../media/image-5-36.svg"/><Relationship Id="rId37" Type="http://schemas.openxmlformats.org/officeDocument/2006/relationships/image" Target="../media/image-5-37.png"/><Relationship Id="rId38" Type="http://schemas.openxmlformats.org/officeDocument/2006/relationships/image" Target="../media/image-5-38.svg"/><Relationship Id="rId39" Type="http://schemas.openxmlformats.org/officeDocument/2006/relationships/image" Target="../media/image-5-39.png"/><Relationship Id="rId40" Type="http://schemas.openxmlformats.org/officeDocument/2006/relationships/image" Target="../media/image-5-40.svg"/><Relationship Id="rId41" Type="http://schemas.openxmlformats.org/officeDocument/2006/relationships/image" Target="../media/image-5-41.png"/><Relationship Id="rId42" Type="http://schemas.openxmlformats.org/officeDocument/2006/relationships/image" Target="../media/image-5-42.svg"/><Relationship Id="rId43" Type="http://schemas.openxmlformats.org/officeDocument/2006/relationships/image" Target="../media/image-5-43.png"/><Relationship Id="rId44" Type="http://schemas.openxmlformats.org/officeDocument/2006/relationships/image" Target="../media/image-5-44.svg"/><Relationship Id="rId45" Type="http://schemas.openxmlformats.org/officeDocument/2006/relationships/image" Target="../media/image-5-45.png"/><Relationship Id="rId46" Type="http://schemas.openxmlformats.org/officeDocument/2006/relationships/image" Target="../media/image-5-46.svg"/><Relationship Id="rId47" Type="http://schemas.openxmlformats.org/officeDocument/2006/relationships/image" Target="../media/image-5-47.png"/><Relationship Id="rId48" Type="http://schemas.openxmlformats.org/officeDocument/2006/relationships/image" Target="../media/image-5-48.svg"/><Relationship Id="rId49" Type="http://schemas.openxmlformats.org/officeDocument/2006/relationships/image" Target="../media/image-5-49.png"/><Relationship Id="rId50" Type="http://schemas.openxmlformats.org/officeDocument/2006/relationships/image" Target="../media/image-5-50.svg"/><Relationship Id="rId51" Type="http://schemas.openxmlformats.org/officeDocument/2006/relationships/image" Target="../media/image-5-51.png"/><Relationship Id="rId52" Type="http://schemas.openxmlformats.org/officeDocument/2006/relationships/image" Target="../media/image-5-52.svg"/><Relationship Id="rId53" Type="http://schemas.openxmlformats.org/officeDocument/2006/relationships/image" Target="../media/image-5-53.png"/><Relationship Id="rId54" Type="http://schemas.openxmlformats.org/officeDocument/2006/relationships/image" Target="../media/image-5-54.svg"/><Relationship Id="rId55" Type="http://schemas.openxmlformats.org/officeDocument/2006/relationships/image" Target="../media/image-5-55.png"/><Relationship Id="rId56" Type="http://schemas.openxmlformats.org/officeDocument/2006/relationships/image" Target="../media/image-5-56.svg"/><Relationship Id="rId57" Type="http://schemas.openxmlformats.org/officeDocument/2006/relationships/image" Target="../media/image-5-57.png"/><Relationship Id="rId58" Type="http://schemas.openxmlformats.org/officeDocument/2006/relationships/image" Target="../media/image-5-58.svg"/><Relationship Id="rId59" Type="http://schemas.openxmlformats.org/officeDocument/2006/relationships/image" Target="../media/image-5-59.png"/><Relationship Id="rId60" Type="http://schemas.openxmlformats.org/officeDocument/2006/relationships/image" Target="../media/image-5-60.svg"/><Relationship Id="rId61" Type="http://schemas.openxmlformats.org/officeDocument/2006/relationships/image" Target="../media/image-5-61.png"/><Relationship Id="rId62" Type="http://schemas.openxmlformats.org/officeDocument/2006/relationships/image" Target="../media/image-5-62.svg"/><Relationship Id="rId63" Type="http://schemas.openxmlformats.org/officeDocument/2006/relationships/image" Target="../media/image-5-63.png"/><Relationship Id="rId64" Type="http://schemas.openxmlformats.org/officeDocument/2006/relationships/image" Target="../media/image-5-64.svg"/><Relationship Id="rId65" Type="http://schemas.openxmlformats.org/officeDocument/2006/relationships/image" Target="../media/image-5-65.png"/><Relationship Id="rId66" Type="http://schemas.openxmlformats.org/officeDocument/2006/relationships/image" Target="../media/image-5-66.svg"/><Relationship Id="rId67" Type="http://schemas.openxmlformats.org/officeDocument/2006/relationships/image" Target="../media/image-5-67.png"/><Relationship Id="rId68" Type="http://schemas.openxmlformats.org/officeDocument/2006/relationships/image" Target="../media/image-5-68.svg"/><Relationship Id="rId69" Type="http://schemas.openxmlformats.org/officeDocument/2006/relationships/image" Target="../media/image-5-69.png"/><Relationship Id="rId70" Type="http://schemas.openxmlformats.org/officeDocument/2006/relationships/image" Target="../media/image-5-70.svg"/><Relationship Id="rId71" Type="http://schemas.openxmlformats.org/officeDocument/2006/relationships/image" Target="../media/image-5-71.png"/><Relationship Id="rId72" Type="http://schemas.openxmlformats.org/officeDocument/2006/relationships/image" Target="../media/image-5-72.svg"/><Relationship Id="rId73" Type="http://schemas.openxmlformats.org/officeDocument/2006/relationships/image" Target="../media/image-5-73.png"/><Relationship Id="rId74" Type="http://schemas.openxmlformats.org/officeDocument/2006/relationships/image" Target="../media/image-5-74.svg"/><Relationship Id="rId75" Type="http://schemas.openxmlformats.org/officeDocument/2006/relationships/image" Target="../media/image-5-75.png"/><Relationship Id="rId76" Type="http://schemas.openxmlformats.org/officeDocument/2006/relationships/image" Target="../media/image-5-76.svg"/><Relationship Id="rId77" Type="http://schemas.openxmlformats.org/officeDocument/2006/relationships/image" Target="../media/image-5-77.png"/><Relationship Id="rId78" Type="http://schemas.openxmlformats.org/officeDocument/2006/relationships/image" Target="../media/image-5-78.svg"/><Relationship Id="rId79" Type="http://schemas.openxmlformats.org/officeDocument/2006/relationships/image" Target="../media/image-5-79.png"/><Relationship Id="rId80" Type="http://schemas.openxmlformats.org/officeDocument/2006/relationships/image" Target="../media/image-5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image" Target="../media/image-6-17.png"/><Relationship Id="rId18" Type="http://schemas.openxmlformats.org/officeDocument/2006/relationships/image" Target="../media/image-6-18.svg"/><Relationship Id="rId19" Type="http://schemas.openxmlformats.org/officeDocument/2006/relationships/image" Target="../media/image-6-19.png"/><Relationship Id="rId20" Type="http://schemas.openxmlformats.org/officeDocument/2006/relationships/image" Target="../media/image-6-20.svg"/><Relationship Id="rId21" Type="http://schemas.openxmlformats.org/officeDocument/2006/relationships/image" Target="../media/image-6-21.png"/><Relationship Id="rId22" Type="http://schemas.openxmlformats.org/officeDocument/2006/relationships/image" Target="../media/image-6-22.svg"/><Relationship Id="rId23" Type="http://schemas.openxmlformats.org/officeDocument/2006/relationships/image" Target="../media/image-6-23.png"/><Relationship Id="rId24" Type="http://schemas.openxmlformats.org/officeDocument/2006/relationships/image" Target="../media/image-6-24.svg"/><Relationship Id="rId25" Type="http://schemas.openxmlformats.org/officeDocument/2006/relationships/image" Target="../media/image-6-25.png"/><Relationship Id="rId26" Type="http://schemas.openxmlformats.org/officeDocument/2006/relationships/image" Target="../media/image-6-26.svg"/><Relationship Id="rId27" Type="http://schemas.openxmlformats.org/officeDocument/2006/relationships/image" Target="../media/image-6-27.png"/><Relationship Id="rId28" Type="http://schemas.openxmlformats.org/officeDocument/2006/relationships/image" Target="../media/image-6-28.svg"/><Relationship Id="rId29" Type="http://schemas.openxmlformats.org/officeDocument/2006/relationships/image" Target="../media/image-6-29.png"/><Relationship Id="rId30" Type="http://schemas.openxmlformats.org/officeDocument/2006/relationships/image" Target="../media/image-6-30.svg"/><Relationship Id="rId31" Type="http://schemas.openxmlformats.org/officeDocument/2006/relationships/image" Target="../media/image-6-31.png"/><Relationship Id="rId32" Type="http://schemas.openxmlformats.org/officeDocument/2006/relationships/image" Target="../media/image-6-32.svg"/><Relationship Id="rId33" Type="http://schemas.openxmlformats.org/officeDocument/2006/relationships/image" Target="../media/image-6-33.png"/><Relationship Id="rId34" Type="http://schemas.openxmlformats.org/officeDocument/2006/relationships/image" Target="../media/image-6-34.svg"/><Relationship Id="rId35" Type="http://schemas.openxmlformats.org/officeDocument/2006/relationships/image" Target="../media/image-6-35.png"/><Relationship Id="rId36" Type="http://schemas.openxmlformats.org/officeDocument/2006/relationships/image" Target="../media/image-6-36.svg"/><Relationship Id="rId37" Type="http://schemas.openxmlformats.org/officeDocument/2006/relationships/image" Target="../media/image-6-37.png"/><Relationship Id="rId38" Type="http://schemas.openxmlformats.org/officeDocument/2006/relationships/image" Target="../media/image-6-38.svg"/><Relationship Id="rId39" Type="http://schemas.openxmlformats.org/officeDocument/2006/relationships/image" Target="../media/image-6-39.png"/><Relationship Id="rId40" Type="http://schemas.openxmlformats.org/officeDocument/2006/relationships/image" Target="../media/image-6-40.svg"/><Relationship Id="rId41" Type="http://schemas.openxmlformats.org/officeDocument/2006/relationships/image" Target="../media/image-6-41.png"/><Relationship Id="rId42" Type="http://schemas.openxmlformats.org/officeDocument/2006/relationships/image" Target="../media/image-6-42.svg"/><Relationship Id="rId43" Type="http://schemas.openxmlformats.org/officeDocument/2006/relationships/image" Target="../media/image-6-43.png"/><Relationship Id="rId44" Type="http://schemas.openxmlformats.org/officeDocument/2006/relationships/image" Target="../media/image-6-44.svg"/><Relationship Id="rId45" Type="http://schemas.openxmlformats.org/officeDocument/2006/relationships/image" Target="../media/image-6-45.png"/><Relationship Id="rId46" Type="http://schemas.openxmlformats.org/officeDocument/2006/relationships/image" Target="../media/image-6-46.svg"/><Relationship Id="rId47" Type="http://schemas.openxmlformats.org/officeDocument/2006/relationships/image" Target="../media/image-6-47.png"/><Relationship Id="rId48" Type="http://schemas.openxmlformats.org/officeDocument/2006/relationships/image" Target="../media/image-6-48.svg"/><Relationship Id="rId49" Type="http://schemas.openxmlformats.org/officeDocument/2006/relationships/image" Target="../media/image-6-49.png"/><Relationship Id="rId50" Type="http://schemas.openxmlformats.org/officeDocument/2006/relationships/image" Target="../media/image-6-50.svg"/><Relationship Id="rId51" Type="http://schemas.openxmlformats.org/officeDocument/2006/relationships/image" Target="../media/image-6-51.png"/><Relationship Id="rId52" Type="http://schemas.openxmlformats.org/officeDocument/2006/relationships/image" Target="../media/image-6-52.svg"/><Relationship Id="rId53" Type="http://schemas.openxmlformats.org/officeDocument/2006/relationships/image" Target="../media/image-6-53.png"/><Relationship Id="rId54" Type="http://schemas.openxmlformats.org/officeDocument/2006/relationships/image" Target="../media/image-6-54.svg"/><Relationship Id="rId55" Type="http://schemas.openxmlformats.org/officeDocument/2006/relationships/image" Target="../media/image-6-55.png"/><Relationship Id="rId56" Type="http://schemas.openxmlformats.org/officeDocument/2006/relationships/image" Target="../media/image-6-56.svg"/><Relationship Id="rId57" Type="http://schemas.openxmlformats.org/officeDocument/2006/relationships/image" Target="../media/image-6-57.png"/><Relationship Id="rId58" Type="http://schemas.openxmlformats.org/officeDocument/2006/relationships/image" Target="../media/image-6-58.svg"/><Relationship Id="rId59" Type="http://schemas.openxmlformats.org/officeDocument/2006/relationships/image" Target="../media/image-6-59.png"/><Relationship Id="rId60" Type="http://schemas.openxmlformats.org/officeDocument/2006/relationships/image" Target="../media/image-6-60.svg"/><Relationship Id="rId61" Type="http://schemas.openxmlformats.org/officeDocument/2006/relationships/image" Target="../media/image-6-61.png"/><Relationship Id="rId62" Type="http://schemas.openxmlformats.org/officeDocument/2006/relationships/image" Target="../media/image-6-62.svg"/><Relationship Id="rId63" Type="http://schemas.openxmlformats.org/officeDocument/2006/relationships/image" Target="../media/image-6-63.png"/><Relationship Id="rId64" Type="http://schemas.openxmlformats.org/officeDocument/2006/relationships/image" Target="../media/image-6-64.svg"/><Relationship Id="rId65" Type="http://schemas.openxmlformats.org/officeDocument/2006/relationships/image" Target="../media/image-6-65.png"/><Relationship Id="rId66" Type="http://schemas.openxmlformats.org/officeDocument/2006/relationships/image" Target="../media/image-6-66.svg"/><Relationship Id="rId67" Type="http://schemas.openxmlformats.org/officeDocument/2006/relationships/image" Target="../media/image-6-67.png"/><Relationship Id="rId68" Type="http://schemas.openxmlformats.org/officeDocument/2006/relationships/image" Target="../media/image-6-68.svg"/><Relationship Id="rId69" Type="http://schemas.openxmlformats.org/officeDocument/2006/relationships/image" Target="../media/image-6-69.png"/><Relationship Id="rId70" Type="http://schemas.openxmlformats.org/officeDocument/2006/relationships/image" Target="../media/image-6-70.svg"/><Relationship Id="rId71" Type="http://schemas.openxmlformats.org/officeDocument/2006/relationships/image" Target="../media/image-6-71.png"/><Relationship Id="rId72" Type="http://schemas.openxmlformats.org/officeDocument/2006/relationships/image" Target="../media/image-6-72.svg"/><Relationship Id="rId73" Type="http://schemas.openxmlformats.org/officeDocument/2006/relationships/image" Target="../media/image-6-73.png"/><Relationship Id="rId74" Type="http://schemas.openxmlformats.org/officeDocument/2006/relationships/image" Target="../media/image-6-74.svg"/><Relationship Id="rId75" Type="http://schemas.openxmlformats.org/officeDocument/2006/relationships/image" Target="../media/image-6-75.png"/><Relationship Id="rId76" Type="http://schemas.openxmlformats.org/officeDocument/2006/relationships/image" Target="../media/image-6-76.svg"/><Relationship Id="rId77" Type="http://schemas.openxmlformats.org/officeDocument/2006/relationships/image" Target="../media/image-6-77.png"/><Relationship Id="rId78" Type="http://schemas.openxmlformats.org/officeDocument/2006/relationships/image" Target="../media/image-6-78.svg"/><Relationship Id="rId79" Type="http://schemas.openxmlformats.org/officeDocument/2006/relationships/image" Target="../media/image-6-79.png"/><Relationship Id="rId80" Type="http://schemas.openxmlformats.org/officeDocument/2006/relationships/image" Target="../media/image-6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svg"/><Relationship Id="rId21" Type="http://schemas.openxmlformats.org/officeDocument/2006/relationships/image" Target="../media/image-7-21.png"/><Relationship Id="rId22" Type="http://schemas.openxmlformats.org/officeDocument/2006/relationships/image" Target="../media/image-7-22.svg"/><Relationship Id="rId23" Type="http://schemas.openxmlformats.org/officeDocument/2006/relationships/image" Target="../media/image-7-23.png"/><Relationship Id="rId24" Type="http://schemas.openxmlformats.org/officeDocument/2006/relationships/image" Target="../media/image-7-24.svg"/><Relationship Id="rId25" Type="http://schemas.openxmlformats.org/officeDocument/2006/relationships/image" Target="../media/image-7-25.png"/><Relationship Id="rId26" Type="http://schemas.openxmlformats.org/officeDocument/2006/relationships/image" Target="../media/image-7-26.svg"/><Relationship Id="rId27" Type="http://schemas.openxmlformats.org/officeDocument/2006/relationships/image" Target="../media/image-7-27.png"/><Relationship Id="rId28" Type="http://schemas.openxmlformats.org/officeDocument/2006/relationships/image" Target="../media/image-7-28.svg"/><Relationship Id="rId29" Type="http://schemas.openxmlformats.org/officeDocument/2006/relationships/image" Target="../media/image-7-29.png"/><Relationship Id="rId30" Type="http://schemas.openxmlformats.org/officeDocument/2006/relationships/image" Target="../media/image-7-30.svg"/><Relationship Id="rId31" Type="http://schemas.openxmlformats.org/officeDocument/2006/relationships/image" Target="../media/image-7-31.png"/><Relationship Id="rId32" Type="http://schemas.openxmlformats.org/officeDocument/2006/relationships/image" Target="../media/image-7-32.svg"/><Relationship Id="rId33" Type="http://schemas.openxmlformats.org/officeDocument/2006/relationships/image" Target="../media/image-7-33.png"/><Relationship Id="rId34" Type="http://schemas.openxmlformats.org/officeDocument/2006/relationships/image" Target="../media/image-7-34.svg"/><Relationship Id="rId35" Type="http://schemas.openxmlformats.org/officeDocument/2006/relationships/image" Target="../media/image-7-35.png"/><Relationship Id="rId36" Type="http://schemas.openxmlformats.org/officeDocument/2006/relationships/image" Target="../media/image-7-36.svg"/><Relationship Id="rId37" Type="http://schemas.openxmlformats.org/officeDocument/2006/relationships/image" Target="../media/image-7-37.png"/><Relationship Id="rId38" Type="http://schemas.openxmlformats.org/officeDocument/2006/relationships/image" Target="../media/image-7-38.svg"/><Relationship Id="rId39" Type="http://schemas.openxmlformats.org/officeDocument/2006/relationships/image" Target="../media/image-7-39.png"/><Relationship Id="rId40" Type="http://schemas.openxmlformats.org/officeDocument/2006/relationships/image" Target="../media/image-7-40.svg"/><Relationship Id="rId41" Type="http://schemas.openxmlformats.org/officeDocument/2006/relationships/image" Target="../media/image-7-41.png"/><Relationship Id="rId42" Type="http://schemas.openxmlformats.org/officeDocument/2006/relationships/image" Target="../media/image-7-42.svg"/><Relationship Id="rId43" Type="http://schemas.openxmlformats.org/officeDocument/2006/relationships/image" Target="../media/image-7-43.png"/><Relationship Id="rId44" Type="http://schemas.openxmlformats.org/officeDocument/2006/relationships/image" Target="../media/image-7-44.svg"/><Relationship Id="rId45" Type="http://schemas.openxmlformats.org/officeDocument/2006/relationships/image" Target="../media/image-7-45.png"/><Relationship Id="rId46" Type="http://schemas.openxmlformats.org/officeDocument/2006/relationships/image" Target="../media/image-7-46.svg"/><Relationship Id="rId47" Type="http://schemas.openxmlformats.org/officeDocument/2006/relationships/image" Target="../media/image-7-47.png"/><Relationship Id="rId48" Type="http://schemas.openxmlformats.org/officeDocument/2006/relationships/image" Target="../media/image-7-48.svg"/><Relationship Id="rId49" Type="http://schemas.openxmlformats.org/officeDocument/2006/relationships/image" Target="../media/image-7-49.png"/><Relationship Id="rId50" Type="http://schemas.openxmlformats.org/officeDocument/2006/relationships/image" Target="../media/image-7-50.svg"/><Relationship Id="rId51" Type="http://schemas.openxmlformats.org/officeDocument/2006/relationships/image" Target="../media/image-7-51.png"/><Relationship Id="rId52" Type="http://schemas.openxmlformats.org/officeDocument/2006/relationships/image" Target="../media/image-7-52.svg"/><Relationship Id="rId53" Type="http://schemas.openxmlformats.org/officeDocument/2006/relationships/image" Target="../media/image-7-53.png"/><Relationship Id="rId54" Type="http://schemas.openxmlformats.org/officeDocument/2006/relationships/image" Target="../media/image-7-54.svg"/><Relationship Id="rId55" Type="http://schemas.openxmlformats.org/officeDocument/2006/relationships/image" Target="../media/image-7-55.png"/><Relationship Id="rId56" Type="http://schemas.openxmlformats.org/officeDocument/2006/relationships/image" Target="../media/image-7-56.svg"/><Relationship Id="rId57" Type="http://schemas.openxmlformats.org/officeDocument/2006/relationships/image" Target="../media/image-7-57.png"/><Relationship Id="rId58" Type="http://schemas.openxmlformats.org/officeDocument/2006/relationships/image" Target="../media/image-7-58.svg"/><Relationship Id="rId59" Type="http://schemas.openxmlformats.org/officeDocument/2006/relationships/image" Target="../media/image-7-59.png"/><Relationship Id="rId60" Type="http://schemas.openxmlformats.org/officeDocument/2006/relationships/image" Target="../media/image-7-60.svg"/><Relationship Id="rId61" Type="http://schemas.openxmlformats.org/officeDocument/2006/relationships/image" Target="../media/image-7-61.png"/><Relationship Id="rId62" Type="http://schemas.openxmlformats.org/officeDocument/2006/relationships/image" Target="../media/image-7-62.svg"/><Relationship Id="rId63" Type="http://schemas.openxmlformats.org/officeDocument/2006/relationships/image" Target="../media/image-7-63.png"/><Relationship Id="rId64" Type="http://schemas.openxmlformats.org/officeDocument/2006/relationships/image" Target="../media/image-7-64.svg"/><Relationship Id="rId65" Type="http://schemas.openxmlformats.org/officeDocument/2006/relationships/image" Target="../media/image-7-65.png"/><Relationship Id="rId66" Type="http://schemas.openxmlformats.org/officeDocument/2006/relationships/image" Target="../media/image-7-66.svg"/><Relationship Id="rId67" Type="http://schemas.openxmlformats.org/officeDocument/2006/relationships/image" Target="../media/image-7-67.png"/><Relationship Id="rId68" Type="http://schemas.openxmlformats.org/officeDocument/2006/relationships/image" Target="../media/image-7-68.svg"/><Relationship Id="rId69" Type="http://schemas.openxmlformats.org/officeDocument/2006/relationships/image" Target="../media/image-7-69.png"/><Relationship Id="rId70" Type="http://schemas.openxmlformats.org/officeDocument/2006/relationships/image" Target="../media/image-7-70.svg"/><Relationship Id="rId71" Type="http://schemas.openxmlformats.org/officeDocument/2006/relationships/image" Target="../media/image-7-71.png"/><Relationship Id="rId72" Type="http://schemas.openxmlformats.org/officeDocument/2006/relationships/image" Target="../media/image-7-72.svg"/><Relationship Id="rId73" Type="http://schemas.openxmlformats.org/officeDocument/2006/relationships/image" Target="../media/image-7-73.png"/><Relationship Id="rId74" Type="http://schemas.openxmlformats.org/officeDocument/2006/relationships/image" Target="../media/image-7-74.svg"/><Relationship Id="rId75" Type="http://schemas.openxmlformats.org/officeDocument/2006/relationships/image" Target="../media/image-7-75.png"/><Relationship Id="rId76" Type="http://schemas.openxmlformats.org/officeDocument/2006/relationships/image" Target="../media/image-7-76.svg"/><Relationship Id="rId77" Type="http://schemas.openxmlformats.org/officeDocument/2006/relationships/image" Target="../media/image-7-77.png"/><Relationship Id="rId78" Type="http://schemas.openxmlformats.org/officeDocument/2006/relationships/image" Target="../media/image-7-78.svg"/><Relationship Id="rId79" Type="http://schemas.openxmlformats.org/officeDocument/2006/relationships/image" Target="../media/image-7-79.png"/><Relationship Id="rId80" Type="http://schemas.openxmlformats.org/officeDocument/2006/relationships/image" Target="../media/image-7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image" Target="../media/image-8-17.png"/><Relationship Id="rId18" Type="http://schemas.openxmlformats.org/officeDocument/2006/relationships/image" Target="../media/image-8-18.svg"/><Relationship Id="rId19" Type="http://schemas.openxmlformats.org/officeDocument/2006/relationships/image" Target="../media/image-8-19.png"/><Relationship Id="rId20" Type="http://schemas.openxmlformats.org/officeDocument/2006/relationships/image" Target="../media/image-8-20.svg"/><Relationship Id="rId21" Type="http://schemas.openxmlformats.org/officeDocument/2006/relationships/image" Target="../media/image-8-21.png"/><Relationship Id="rId22" Type="http://schemas.openxmlformats.org/officeDocument/2006/relationships/image" Target="../media/image-8-22.svg"/><Relationship Id="rId23" Type="http://schemas.openxmlformats.org/officeDocument/2006/relationships/image" Target="../media/image-8-23.png"/><Relationship Id="rId24" Type="http://schemas.openxmlformats.org/officeDocument/2006/relationships/image" Target="../media/image-8-24.svg"/><Relationship Id="rId25" Type="http://schemas.openxmlformats.org/officeDocument/2006/relationships/image" Target="../media/image-8-25.png"/><Relationship Id="rId26" Type="http://schemas.openxmlformats.org/officeDocument/2006/relationships/image" Target="../media/image-8-26.svg"/><Relationship Id="rId27" Type="http://schemas.openxmlformats.org/officeDocument/2006/relationships/image" Target="../media/image-8-27.png"/><Relationship Id="rId28" Type="http://schemas.openxmlformats.org/officeDocument/2006/relationships/image" Target="../media/image-8-28.svg"/><Relationship Id="rId29" Type="http://schemas.openxmlformats.org/officeDocument/2006/relationships/image" Target="../media/image-8-29.png"/><Relationship Id="rId30" Type="http://schemas.openxmlformats.org/officeDocument/2006/relationships/image" Target="../media/image-8-30.svg"/><Relationship Id="rId31" Type="http://schemas.openxmlformats.org/officeDocument/2006/relationships/image" Target="../media/image-8-31.png"/><Relationship Id="rId32" Type="http://schemas.openxmlformats.org/officeDocument/2006/relationships/image" Target="../media/image-8-32.svg"/><Relationship Id="rId33" Type="http://schemas.openxmlformats.org/officeDocument/2006/relationships/image" Target="../media/image-8-33.png"/><Relationship Id="rId34" Type="http://schemas.openxmlformats.org/officeDocument/2006/relationships/image" Target="../media/image-8-34.svg"/><Relationship Id="rId35" Type="http://schemas.openxmlformats.org/officeDocument/2006/relationships/image" Target="../media/image-8-35.png"/><Relationship Id="rId36" Type="http://schemas.openxmlformats.org/officeDocument/2006/relationships/image" Target="../media/image-8-36.svg"/><Relationship Id="rId37" Type="http://schemas.openxmlformats.org/officeDocument/2006/relationships/image" Target="../media/image-8-37.png"/><Relationship Id="rId38" Type="http://schemas.openxmlformats.org/officeDocument/2006/relationships/image" Target="../media/image-8-38.svg"/><Relationship Id="rId39" Type="http://schemas.openxmlformats.org/officeDocument/2006/relationships/image" Target="../media/image-8-39.png"/><Relationship Id="rId40" Type="http://schemas.openxmlformats.org/officeDocument/2006/relationships/image" Target="../media/image-8-40.svg"/><Relationship Id="rId41" Type="http://schemas.openxmlformats.org/officeDocument/2006/relationships/image" Target="../media/image-8-41.png"/><Relationship Id="rId42" Type="http://schemas.openxmlformats.org/officeDocument/2006/relationships/image" Target="../media/image-8-42.svg"/><Relationship Id="rId43" Type="http://schemas.openxmlformats.org/officeDocument/2006/relationships/image" Target="../media/image-8-43.png"/><Relationship Id="rId44" Type="http://schemas.openxmlformats.org/officeDocument/2006/relationships/image" Target="../media/image-8-44.svg"/><Relationship Id="rId45" Type="http://schemas.openxmlformats.org/officeDocument/2006/relationships/image" Target="../media/image-8-45.png"/><Relationship Id="rId46" Type="http://schemas.openxmlformats.org/officeDocument/2006/relationships/image" Target="../media/image-8-46.svg"/><Relationship Id="rId47" Type="http://schemas.openxmlformats.org/officeDocument/2006/relationships/image" Target="../media/image-8-47.png"/><Relationship Id="rId48" Type="http://schemas.openxmlformats.org/officeDocument/2006/relationships/image" Target="../media/image-8-48.svg"/><Relationship Id="rId49" Type="http://schemas.openxmlformats.org/officeDocument/2006/relationships/image" Target="../media/image-8-49.png"/><Relationship Id="rId50" Type="http://schemas.openxmlformats.org/officeDocument/2006/relationships/image" Target="../media/image-8-50.svg"/><Relationship Id="rId51" Type="http://schemas.openxmlformats.org/officeDocument/2006/relationships/image" Target="../media/image-8-51.png"/><Relationship Id="rId52" Type="http://schemas.openxmlformats.org/officeDocument/2006/relationships/image" Target="../media/image-8-52.svg"/><Relationship Id="rId53" Type="http://schemas.openxmlformats.org/officeDocument/2006/relationships/image" Target="../media/image-8-53.png"/><Relationship Id="rId54" Type="http://schemas.openxmlformats.org/officeDocument/2006/relationships/image" Target="../media/image-8-54.svg"/><Relationship Id="rId55" Type="http://schemas.openxmlformats.org/officeDocument/2006/relationships/image" Target="../media/image-8-55.png"/><Relationship Id="rId56" Type="http://schemas.openxmlformats.org/officeDocument/2006/relationships/image" Target="../media/image-8-56.svg"/><Relationship Id="rId57" Type="http://schemas.openxmlformats.org/officeDocument/2006/relationships/image" Target="../media/image-8-57.png"/><Relationship Id="rId58" Type="http://schemas.openxmlformats.org/officeDocument/2006/relationships/image" Target="../media/image-8-58.svg"/><Relationship Id="rId59" Type="http://schemas.openxmlformats.org/officeDocument/2006/relationships/image" Target="../media/image-8-59.png"/><Relationship Id="rId60" Type="http://schemas.openxmlformats.org/officeDocument/2006/relationships/image" Target="../media/image-8-60.svg"/><Relationship Id="rId61" Type="http://schemas.openxmlformats.org/officeDocument/2006/relationships/image" Target="../media/image-8-61.png"/><Relationship Id="rId62" Type="http://schemas.openxmlformats.org/officeDocument/2006/relationships/image" Target="../media/image-8-62.svg"/><Relationship Id="rId63" Type="http://schemas.openxmlformats.org/officeDocument/2006/relationships/image" Target="../media/image-8-63.png"/><Relationship Id="rId64" Type="http://schemas.openxmlformats.org/officeDocument/2006/relationships/image" Target="../media/image-8-64.svg"/><Relationship Id="rId65" Type="http://schemas.openxmlformats.org/officeDocument/2006/relationships/image" Target="../media/image-8-65.png"/><Relationship Id="rId66" Type="http://schemas.openxmlformats.org/officeDocument/2006/relationships/image" Target="../media/image-8-66.svg"/><Relationship Id="rId67" Type="http://schemas.openxmlformats.org/officeDocument/2006/relationships/image" Target="../media/image-8-67.png"/><Relationship Id="rId68" Type="http://schemas.openxmlformats.org/officeDocument/2006/relationships/image" Target="../media/image-8-68.svg"/><Relationship Id="rId69" Type="http://schemas.openxmlformats.org/officeDocument/2006/relationships/image" Target="../media/image-8-69.png"/><Relationship Id="rId70" Type="http://schemas.openxmlformats.org/officeDocument/2006/relationships/image" Target="../media/image-8-70.svg"/><Relationship Id="rId71" Type="http://schemas.openxmlformats.org/officeDocument/2006/relationships/image" Target="../media/image-8-71.png"/><Relationship Id="rId72" Type="http://schemas.openxmlformats.org/officeDocument/2006/relationships/image" Target="../media/image-8-72.svg"/><Relationship Id="rId73" Type="http://schemas.openxmlformats.org/officeDocument/2006/relationships/image" Target="../media/image-8-73.png"/><Relationship Id="rId74" Type="http://schemas.openxmlformats.org/officeDocument/2006/relationships/image" Target="../media/image-8-74.svg"/><Relationship Id="rId75" Type="http://schemas.openxmlformats.org/officeDocument/2006/relationships/image" Target="../media/image-8-75.png"/><Relationship Id="rId76" Type="http://schemas.openxmlformats.org/officeDocument/2006/relationships/image" Target="../media/image-8-76.svg"/><Relationship Id="rId77" Type="http://schemas.openxmlformats.org/officeDocument/2006/relationships/image" Target="../media/image-8-77.png"/><Relationship Id="rId78" Type="http://schemas.openxmlformats.org/officeDocument/2006/relationships/image" Target="../media/image-8-78.svg"/><Relationship Id="rId79" Type="http://schemas.openxmlformats.org/officeDocument/2006/relationships/image" Target="../media/image-8-79.png"/><Relationship Id="rId80" Type="http://schemas.openxmlformats.org/officeDocument/2006/relationships/image" Target="../media/image-8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7.png"/><Relationship Id="rId18" Type="http://schemas.openxmlformats.org/officeDocument/2006/relationships/image" Target="../media/image-9-18.svg"/><Relationship Id="rId19" Type="http://schemas.openxmlformats.org/officeDocument/2006/relationships/image" Target="../media/image-9-19.png"/><Relationship Id="rId20" Type="http://schemas.openxmlformats.org/officeDocument/2006/relationships/image" Target="../media/image-9-20.svg"/><Relationship Id="rId21" Type="http://schemas.openxmlformats.org/officeDocument/2006/relationships/image" Target="../media/image-9-21.png"/><Relationship Id="rId22" Type="http://schemas.openxmlformats.org/officeDocument/2006/relationships/image" Target="../media/image-9-22.svg"/><Relationship Id="rId23" Type="http://schemas.openxmlformats.org/officeDocument/2006/relationships/image" Target="../media/image-9-23.png"/><Relationship Id="rId24" Type="http://schemas.openxmlformats.org/officeDocument/2006/relationships/image" Target="../media/image-9-24.svg"/><Relationship Id="rId25" Type="http://schemas.openxmlformats.org/officeDocument/2006/relationships/image" Target="../media/image-9-25.png"/><Relationship Id="rId26" Type="http://schemas.openxmlformats.org/officeDocument/2006/relationships/image" Target="../media/image-9-26.svg"/><Relationship Id="rId27" Type="http://schemas.openxmlformats.org/officeDocument/2006/relationships/image" Target="../media/image-9-27.png"/><Relationship Id="rId28" Type="http://schemas.openxmlformats.org/officeDocument/2006/relationships/image" Target="../media/image-9-28.svg"/><Relationship Id="rId29" Type="http://schemas.openxmlformats.org/officeDocument/2006/relationships/image" Target="../media/image-9-29.png"/><Relationship Id="rId30" Type="http://schemas.openxmlformats.org/officeDocument/2006/relationships/image" Target="../media/image-9-30.svg"/><Relationship Id="rId31" Type="http://schemas.openxmlformats.org/officeDocument/2006/relationships/image" Target="../media/image-9-31.png"/><Relationship Id="rId32" Type="http://schemas.openxmlformats.org/officeDocument/2006/relationships/image" Target="../media/image-9-32.svg"/><Relationship Id="rId33" Type="http://schemas.openxmlformats.org/officeDocument/2006/relationships/image" Target="../media/image-9-33.png"/><Relationship Id="rId34" Type="http://schemas.openxmlformats.org/officeDocument/2006/relationships/image" Target="../media/image-9-34.svg"/><Relationship Id="rId35" Type="http://schemas.openxmlformats.org/officeDocument/2006/relationships/image" Target="../media/image-9-35.png"/><Relationship Id="rId36" Type="http://schemas.openxmlformats.org/officeDocument/2006/relationships/image" Target="../media/image-9-36.svg"/><Relationship Id="rId37" Type="http://schemas.openxmlformats.org/officeDocument/2006/relationships/image" Target="../media/image-9-37.png"/><Relationship Id="rId38" Type="http://schemas.openxmlformats.org/officeDocument/2006/relationships/image" Target="../media/image-9-38.svg"/><Relationship Id="rId39" Type="http://schemas.openxmlformats.org/officeDocument/2006/relationships/image" Target="../media/image-9-39.png"/><Relationship Id="rId40" Type="http://schemas.openxmlformats.org/officeDocument/2006/relationships/image" Target="../media/image-9-40.svg"/><Relationship Id="rId41" Type="http://schemas.openxmlformats.org/officeDocument/2006/relationships/image" Target="../media/image-9-41.png"/><Relationship Id="rId42" Type="http://schemas.openxmlformats.org/officeDocument/2006/relationships/image" Target="../media/image-9-42.svg"/><Relationship Id="rId43" Type="http://schemas.openxmlformats.org/officeDocument/2006/relationships/image" Target="../media/image-9-43.png"/><Relationship Id="rId44" Type="http://schemas.openxmlformats.org/officeDocument/2006/relationships/image" Target="../media/image-9-44.svg"/><Relationship Id="rId45" Type="http://schemas.openxmlformats.org/officeDocument/2006/relationships/image" Target="../media/image-9-45.png"/><Relationship Id="rId46" Type="http://schemas.openxmlformats.org/officeDocument/2006/relationships/image" Target="../media/image-9-46.svg"/><Relationship Id="rId47" Type="http://schemas.openxmlformats.org/officeDocument/2006/relationships/image" Target="../media/image-9-47.png"/><Relationship Id="rId48" Type="http://schemas.openxmlformats.org/officeDocument/2006/relationships/image" Target="../media/image-9-48.svg"/><Relationship Id="rId49" Type="http://schemas.openxmlformats.org/officeDocument/2006/relationships/image" Target="../media/image-9-49.png"/><Relationship Id="rId50" Type="http://schemas.openxmlformats.org/officeDocument/2006/relationships/image" Target="../media/image-9-50.svg"/><Relationship Id="rId51" Type="http://schemas.openxmlformats.org/officeDocument/2006/relationships/image" Target="../media/image-9-51.png"/><Relationship Id="rId52" Type="http://schemas.openxmlformats.org/officeDocument/2006/relationships/image" Target="../media/image-9-52.svg"/><Relationship Id="rId53" Type="http://schemas.openxmlformats.org/officeDocument/2006/relationships/image" Target="../media/image-9-53.png"/><Relationship Id="rId54" Type="http://schemas.openxmlformats.org/officeDocument/2006/relationships/image" Target="../media/image-9-54.svg"/><Relationship Id="rId55" Type="http://schemas.openxmlformats.org/officeDocument/2006/relationships/image" Target="../media/image-9-55.png"/><Relationship Id="rId56" Type="http://schemas.openxmlformats.org/officeDocument/2006/relationships/image" Target="../media/image-9-56.svg"/><Relationship Id="rId57" Type="http://schemas.openxmlformats.org/officeDocument/2006/relationships/image" Target="../media/image-9-57.png"/><Relationship Id="rId58" Type="http://schemas.openxmlformats.org/officeDocument/2006/relationships/image" Target="../media/image-9-58.svg"/><Relationship Id="rId59" Type="http://schemas.openxmlformats.org/officeDocument/2006/relationships/image" Target="../media/image-9-59.png"/><Relationship Id="rId60" Type="http://schemas.openxmlformats.org/officeDocument/2006/relationships/image" Target="../media/image-9-60.svg"/><Relationship Id="rId61" Type="http://schemas.openxmlformats.org/officeDocument/2006/relationships/image" Target="../media/image-9-61.png"/><Relationship Id="rId62" Type="http://schemas.openxmlformats.org/officeDocument/2006/relationships/image" Target="../media/image-9-62.svg"/><Relationship Id="rId63" Type="http://schemas.openxmlformats.org/officeDocument/2006/relationships/image" Target="../media/image-9-63.png"/><Relationship Id="rId64" Type="http://schemas.openxmlformats.org/officeDocument/2006/relationships/image" Target="../media/image-9-64.svg"/><Relationship Id="rId65" Type="http://schemas.openxmlformats.org/officeDocument/2006/relationships/image" Target="../media/image-9-65.png"/><Relationship Id="rId66" Type="http://schemas.openxmlformats.org/officeDocument/2006/relationships/image" Target="../media/image-9-66.svg"/><Relationship Id="rId67" Type="http://schemas.openxmlformats.org/officeDocument/2006/relationships/image" Target="../media/image-9-67.png"/><Relationship Id="rId68" Type="http://schemas.openxmlformats.org/officeDocument/2006/relationships/image" Target="../media/image-9-68.svg"/><Relationship Id="rId69" Type="http://schemas.openxmlformats.org/officeDocument/2006/relationships/image" Target="../media/image-9-69.png"/><Relationship Id="rId70" Type="http://schemas.openxmlformats.org/officeDocument/2006/relationships/image" Target="../media/image-9-70.svg"/><Relationship Id="rId71" Type="http://schemas.openxmlformats.org/officeDocument/2006/relationships/image" Target="../media/image-9-71.png"/><Relationship Id="rId72" Type="http://schemas.openxmlformats.org/officeDocument/2006/relationships/image" Target="../media/image-9-72.svg"/><Relationship Id="rId73" Type="http://schemas.openxmlformats.org/officeDocument/2006/relationships/image" Target="../media/image-9-73.png"/><Relationship Id="rId74" Type="http://schemas.openxmlformats.org/officeDocument/2006/relationships/image" Target="../media/image-9-74.svg"/><Relationship Id="rId75" Type="http://schemas.openxmlformats.org/officeDocument/2006/relationships/image" Target="../media/image-9-75.png"/><Relationship Id="rId76" Type="http://schemas.openxmlformats.org/officeDocument/2006/relationships/image" Target="../media/image-9-76.svg"/><Relationship Id="rId77" Type="http://schemas.openxmlformats.org/officeDocument/2006/relationships/image" Target="../media/image-9-77.png"/><Relationship Id="rId78" Type="http://schemas.openxmlformats.org/officeDocument/2006/relationships/image" Target="../media/image-9-78.svg"/><Relationship Id="rId79" Type="http://schemas.openxmlformats.org/officeDocument/2006/relationships/image" Target="../media/image-9-79.png"/><Relationship Id="rId80" Type="http://schemas.openxmlformats.org/officeDocument/2006/relationships/image" Target="../media/image-9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sv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sv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sv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sv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svg"/><Relationship Id="rId25" Type="http://schemas.openxmlformats.org/officeDocument/2006/relationships/image" Target="../media/image-10-25.png"/><Relationship Id="rId26" Type="http://schemas.openxmlformats.org/officeDocument/2006/relationships/image" Target="../media/image-10-26.svg"/><Relationship Id="rId27" Type="http://schemas.openxmlformats.org/officeDocument/2006/relationships/image" Target="../media/image-10-27.png"/><Relationship Id="rId28" Type="http://schemas.openxmlformats.org/officeDocument/2006/relationships/image" Target="../media/image-10-28.svg"/><Relationship Id="rId29" Type="http://schemas.openxmlformats.org/officeDocument/2006/relationships/image" Target="../media/image-10-29.png"/><Relationship Id="rId30" Type="http://schemas.openxmlformats.org/officeDocument/2006/relationships/image" Target="../media/image-10-30.svg"/><Relationship Id="rId31" Type="http://schemas.openxmlformats.org/officeDocument/2006/relationships/image" Target="../media/image-10-31.png"/><Relationship Id="rId32" Type="http://schemas.openxmlformats.org/officeDocument/2006/relationships/image" Target="../media/image-10-32.svg"/><Relationship Id="rId33" Type="http://schemas.openxmlformats.org/officeDocument/2006/relationships/image" Target="../media/image-10-33.png"/><Relationship Id="rId34" Type="http://schemas.openxmlformats.org/officeDocument/2006/relationships/image" Target="../media/image-10-34.svg"/><Relationship Id="rId35" Type="http://schemas.openxmlformats.org/officeDocument/2006/relationships/image" Target="../media/image-10-35.png"/><Relationship Id="rId36" Type="http://schemas.openxmlformats.org/officeDocument/2006/relationships/image" Target="../media/image-10-36.svg"/><Relationship Id="rId37" Type="http://schemas.openxmlformats.org/officeDocument/2006/relationships/image" Target="../media/image-10-37.png"/><Relationship Id="rId38" Type="http://schemas.openxmlformats.org/officeDocument/2006/relationships/image" Target="../media/image-10-38.svg"/><Relationship Id="rId39" Type="http://schemas.openxmlformats.org/officeDocument/2006/relationships/image" Target="../media/image-10-39.png"/><Relationship Id="rId40" Type="http://schemas.openxmlformats.org/officeDocument/2006/relationships/image" Target="../media/image-10-40.svg"/><Relationship Id="rId41" Type="http://schemas.openxmlformats.org/officeDocument/2006/relationships/image" Target="../media/image-10-41.png"/><Relationship Id="rId42" Type="http://schemas.openxmlformats.org/officeDocument/2006/relationships/image" Target="../media/image-10-42.svg"/><Relationship Id="rId43" Type="http://schemas.openxmlformats.org/officeDocument/2006/relationships/image" Target="../media/image-10-43.png"/><Relationship Id="rId44" Type="http://schemas.openxmlformats.org/officeDocument/2006/relationships/image" Target="../media/image-10-44.svg"/><Relationship Id="rId45" Type="http://schemas.openxmlformats.org/officeDocument/2006/relationships/image" Target="../media/image-10-45.png"/><Relationship Id="rId46" Type="http://schemas.openxmlformats.org/officeDocument/2006/relationships/image" Target="../media/image-10-46.svg"/><Relationship Id="rId47" Type="http://schemas.openxmlformats.org/officeDocument/2006/relationships/image" Target="../media/image-10-47.png"/><Relationship Id="rId48" Type="http://schemas.openxmlformats.org/officeDocument/2006/relationships/image" Target="../media/image-10-48.svg"/><Relationship Id="rId49" Type="http://schemas.openxmlformats.org/officeDocument/2006/relationships/image" Target="../media/image-10-49.png"/><Relationship Id="rId50" Type="http://schemas.openxmlformats.org/officeDocument/2006/relationships/image" Target="../media/image-10-50.svg"/><Relationship Id="rId51" Type="http://schemas.openxmlformats.org/officeDocument/2006/relationships/image" Target="../media/image-10-51.png"/><Relationship Id="rId52" Type="http://schemas.openxmlformats.org/officeDocument/2006/relationships/image" Target="../media/image-10-52.svg"/><Relationship Id="rId53" Type="http://schemas.openxmlformats.org/officeDocument/2006/relationships/image" Target="../media/image-10-53.png"/><Relationship Id="rId54" Type="http://schemas.openxmlformats.org/officeDocument/2006/relationships/image" Target="../media/image-10-54.svg"/><Relationship Id="rId55" Type="http://schemas.openxmlformats.org/officeDocument/2006/relationships/image" Target="../media/image-10-55.png"/><Relationship Id="rId56" Type="http://schemas.openxmlformats.org/officeDocument/2006/relationships/image" Target="../media/image-10-56.svg"/><Relationship Id="rId57" Type="http://schemas.openxmlformats.org/officeDocument/2006/relationships/image" Target="../media/image-10-57.png"/><Relationship Id="rId58" Type="http://schemas.openxmlformats.org/officeDocument/2006/relationships/image" Target="../media/image-10-58.svg"/><Relationship Id="rId59" Type="http://schemas.openxmlformats.org/officeDocument/2006/relationships/image" Target="../media/image-10-59.png"/><Relationship Id="rId60" Type="http://schemas.openxmlformats.org/officeDocument/2006/relationships/image" Target="../media/image-10-60.svg"/><Relationship Id="rId61" Type="http://schemas.openxmlformats.org/officeDocument/2006/relationships/image" Target="../media/image-10-61.png"/><Relationship Id="rId62" Type="http://schemas.openxmlformats.org/officeDocument/2006/relationships/image" Target="../media/image-10-62.svg"/><Relationship Id="rId63" Type="http://schemas.openxmlformats.org/officeDocument/2006/relationships/image" Target="../media/image-10-63.png"/><Relationship Id="rId64" Type="http://schemas.openxmlformats.org/officeDocument/2006/relationships/image" Target="../media/image-10-64.svg"/><Relationship Id="rId65" Type="http://schemas.openxmlformats.org/officeDocument/2006/relationships/image" Target="../media/image-10-65.png"/><Relationship Id="rId66" Type="http://schemas.openxmlformats.org/officeDocument/2006/relationships/image" Target="../media/image-10-66.svg"/><Relationship Id="rId67" Type="http://schemas.openxmlformats.org/officeDocument/2006/relationships/image" Target="../media/image-10-67.png"/><Relationship Id="rId68" Type="http://schemas.openxmlformats.org/officeDocument/2006/relationships/image" Target="../media/image-10-68.svg"/><Relationship Id="rId69" Type="http://schemas.openxmlformats.org/officeDocument/2006/relationships/image" Target="../media/image-10-69.png"/><Relationship Id="rId70" Type="http://schemas.openxmlformats.org/officeDocument/2006/relationships/image" Target="../media/image-10-70.svg"/><Relationship Id="rId71" Type="http://schemas.openxmlformats.org/officeDocument/2006/relationships/image" Target="../media/image-10-71.png"/><Relationship Id="rId72" Type="http://schemas.openxmlformats.org/officeDocument/2006/relationships/image" Target="../media/image-10-72.svg"/><Relationship Id="rId73" Type="http://schemas.openxmlformats.org/officeDocument/2006/relationships/image" Target="../media/image-10-73.png"/><Relationship Id="rId74" Type="http://schemas.openxmlformats.org/officeDocument/2006/relationships/image" Target="../media/image-10-74.svg"/><Relationship Id="rId75" Type="http://schemas.openxmlformats.org/officeDocument/2006/relationships/image" Target="../media/image-10-75.png"/><Relationship Id="rId76" Type="http://schemas.openxmlformats.org/officeDocument/2006/relationships/image" Target="../media/image-10-76.svg"/><Relationship Id="rId77" Type="http://schemas.openxmlformats.org/officeDocument/2006/relationships/image" Target="../media/image-10-77.png"/><Relationship Id="rId78" Type="http://schemas.openxmlformats.org/officeDocument/2006/relationships/image" Target="../media/image-10-78.svg"/><Relationship Id="rId79" Type="http://schemas.openxmlformats.org/officeDocument/2006/relationships/image" Target="../media/image-10-79.png"/><Relationship Id="rId80" Type="http://schemas.openxmlformats.org/officeDocument/2006/relationships/image" Target="../media/image-10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sv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sv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sv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sv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sv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svg"/><Relationship Id="rId25" Type="http://schemas.openxmlformats.org/officeDocument/2006/relationships/image" Target="../media/image-11-25.png"/><Relationship Id="rId26" Type="http://schemas.openxmlformats.org/officeDocument/2006/relationships/image" Target="../media/image-11-26.svg"/><Relationship Id="rId27" Type="http://schemas.openxmlformats.org/officeDocument/2006/relationships/image" Target="../media/image-11-27.png"/><Relationship Id="rId28" Type="http://schemas.openxmlformats.org/officeDocument/2006/relationships/image" Target="../media/image-11-28.svg"/><Relationship Id="rId29" Type="http://schemas.openxmlformats.org/officeDocument/2006/relationships/image" Target="../media/image-11-29.png"/><Relationship Id="rId30" Type="http://schemas.openxmlformats.org/officeDocument/2006/relationships/image" Target="../media/image-11-30.svg"/><Relationship Id="rId31" Type="http://schemas.openxmlformats.org/officeDocument/2006/relationships/image" Target="../media/image-11-31.png"/><Relationship Id="rId32" Type="http://schemas.openxmlformats.org/officeDocument/2006/relationships/image" Target="../media/image-11-32.svg"/><Relationship Id="rId33" Type="http://schemas.openxmlformats.org/officeDocument/2006/relationships/image" Target="../media/image-11-33.png"/><Relationship Id="rId34" Type="http://schemas.openxmlformats.org/officeDocument/2006/relationships/image" Target="../media/image-11-34.svg"/><Relationship Id="rId35" Type="http://schemas.openxmlformats.org/officeDocument/2006/relationships/image" Target="../media/image-11-35.png"/><Relationship Id="rId36" Type="http://schemas.openxmlformats.org/officeDocument/2006/relationships/image" Target="../media/image-11-36.svg"/><Relationship Id="rId37" Type="http://schemas.openxmlformats.org/officeDocument/2006/relationships/image" Target="../media/image-11-37.png"/><Relationship Id="rId38" Type="http://schemas.openxmlformats.org/officeDocument/2006/relationships/image" Target="../media/image-11-38.svg"/><Relationship Id="rId39" Type="http://schemas.openxmlformats.org/officeDocument/2006/relationships/image" Target="../media/image-11-39.png"/><Relationship Id="rId40" Type="http://schemas.openxmlformats.org/officeDocument/2006/relationships/image" Target="../media/image-11-40.svg"/><Relationship Id="rId41" Type="http://schemas.openxmlformats.org/officeDocument/2006/relationships/image" Target="../media/image-11-41.png"/><Relationship Id="rId42" Type="http://schemas.openxmlformats.org/officeDocument/2006/relationships/image" Target="../media/image-11-42.svg"/><Relationship Id="rId43" Type="http://schemas.openxmlformats.org/officeDocument/2006/relationships/image" Target="../media/image-11-43.png"/><Relationship Id="rId44" Type="http://schemas.openxmlformats.org/officeDocument/2006/relationships/image" Target="../media/image-11-44.svg"/><Relationship Id="rId45" Type="http://schemas.openxmlformats.org/officeDocument/2006/relationships/image" Target="../media/image-11-45.png"/><Relationship Id="rId46" Type="http://schemas.openxmlformats.org/officeDocument/2006/relationships/image" Target="../media/image-11-46.svg"/><Relationship Id="rId47" Type="http://schemas.openxmlformats.org/officeDocument/2006/relationships/image" Target="../media/image-11-47.png"/><Relationship Id="rId48" Type="http://schemas.openxmlformats.org/officeDocument/2006/relationships/image" Target="../media/image-11-48.svg"/><Relationship Id="rId49" Type="http://schemas.openxmlformats.org/officeDocument/2006/relationships/image" Target="../media/image-11-49.png"/><Relationship Id="rId50" Type="http://schemas.openxmlformats.org/officeDocument/2006/relationships/image" Target="../media/image-11-50.svg"/><Relationship Id="rId51" Type="http://schemas.openxmlformats.org/officeDocument/2006/relationships/image" Target="../media/image-11-51.png"/><Relationship Id="rId52" Type="http://schemas.openxmlformats.org/officeDocument/2006/relationships/image" Target="../media/image-11-52.svg"/><Relationship Id="rId53" Type="http://schemas.openxmlformats.org/officeDocument/2006/relationships/image" Target="../media/image-11-53.png"/><Relationship Id="rId54" Type="http://schemas.openxmlformats.org/officeDocument/2006/relationships/image" Target="../media/image-11-54.svg"/><Relationship Id="rId55" Type="http://schemas.openxmlformats.org/officeDocument/2006/relationships/image" Target="../media/image-11-55.png"/><Relationship Id="rId56" Type="http://schemas.openxmlformats.org/officeDocument/2006/relationships/image" Target="../media/image-11-56.svg"/><Relationship Id="rId57" Type="http://schemas.openxmlformats.org/officeDocument/2006/relationships/image" Target="../media/image-11-57.png"/><Relationship Id="rId58" Type="http://schemas.openxmlformats.org/officeDocument/2006/relationships/image" Target="../media/image-11-58.svg"/><Relationship Id="rId59" Type="http://schemas.openxmlformats.org/officeDocument/2006/relationships/image" Target="../media/image-11-59.png"/><Relationship Id="rId60" Type="http://schemas.openxmlformats.org/officeDocument/2006/relationships/image" Target="../media/image-11-60.svg"/><Relationship Id="rId61" Type="http://schemas.openxmlformats.org/officeDocument/2006/relationships/image" Target="../media/image-11-61.png"/><Relationship Id="rId62" Type="http://schemas.openxmlformats.org/officeDocument/2006/relationships/image" Target="../media/image-11-62.svg"/><Relationship Id="rId63" Type="http://schemas.openxmlformats.org/officeDocument/2006/relationships/image" Target="../media/image-11-63.png"/><Relationship Id="rId64" Type="http://schemas.openxmlformats.org/officeDocument/2006/relationships/image" Target="../media/image-11-64.svg"/><Relationship Id="rId65" Type="http://schemas.openxmlformats.org/officeDocument/2006/relationships/image" Target="../media/image-11-65.png"/><Relationship Id="rId66" Type="http://schemas.openxmlformats.org/officeDocument/2006/relationships/image" Target="../media/image-11-66.svg"/><Relationship Id="rId67" Type="http://schemas.openxmlformats.org/officeDocument/2006/relationships/image" Target="../media/image-11-67.png"/><Relationship Id="rId68" Type="http://schemas.openxmlformats.org/officeDocument/2006/relationships/image" Target="../media/image-11-68.svg"/><Relationship Id="rId69" Type="http://schemas.openxmlformats.org/officeDocument/2006/relationships/image" Target="../media/image-11-69.png"/><Relationship Id="rId70" Type="http://schemas.openxmlformats.org/officeDocument/2006/relationships/image" Target="../media/image-11-70.svg"/><Relationship Id="rId71" Type="http://schemas.openxmlformats.org/officeDocument/2006/relationships/image" Target="../media/image-11-71.png"/><Relationship Id="rId72" Type="http://schemas.openxmlformats.org/officeDocument/2006/relationships/image" Target="../media/image-11-72.svg"/><Relationship Id="rId73" Type="http://schemas.openxmlformats.org/officeDocument/2006/relationships/image" Target="../media/image-11-73.png"/><Relationship Id="rId74" Type="http://schemas.openxmlformats.org/officeDocument/2006/relationships/image" Target="../media/image-11-74.svg"/><Relationship Id="rId75" Type="http://schemas.openxmlformats.org/officeDocument/2006/relationships/image" Target="../media/image-11-75.png"/><Relationship Id="rId76" Type="http://schemas.openxmlformats.org/officeDocument/2006/relationships/image" Target="../media/image-11-76.svg"/><Relationship Id="rId77" Type="http://schemas.openxmlformats.org/officeDocument/2006/relationships/image" Target="../media/image-11-77.png"/><Relationship Id="rId78" Type="http://schemas.openxmlformats.org/officeDocument/2006/relationships/image" Target="../media/image-11-78.svg"/><Relationship Id="rId79" Type="http://schemas.openxmlformats.org/officeDocument/2006/relationships/image" Target="../media/image-11-79.png"/><Relationship Id="rId80" Type="http://schemas.openxmlformats.org/officeDocument/2006/relationships/image" Target="../media/image-11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sv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sv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sv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svg"/><Relationship Id="rId25" Type="http://schemas.openxmlformats.org/officeDocument/2006/relationships/image" Target="../media/image-12-25.png"/><Relationship Id="rId26" Type="http://schemas.openxmlformats.org/officeDocument/2006/relationships/image" Target="../media/image-12-26.svg"/><Relationship Id="rId27" Type="http://schemas.openxmlformats.org/officeDocument/2006/relationships/image" Target="../media/image-12-27.png"/><Relationship Id="rId28" Type="http://schemas.openxmlformats.org/officeDocument/2006/relationships/image" Target="../media/image-12-28.svg"/><Relationship Id="rId29" Type="http://schemas.openxmlformats.org/officeDocument/2006/relationships/image" Target="../media/image-12-29.png"/><Relationship Id="rId30" Type="http://schemas.openxmlformats.org/officeDocument/2006/relationships/image" Target="../media/image-12-30.svg"/><Relationship Id="rId31" Type="http://schemas.openxmlformats.org/officeDocument/2006/relationships/image" Target="../media/image-12-31.png"/><Relationship Id="rId32" Type="http://schemas.openxmlformats.org/officeDocument/2006/relationships/image" Target="../media/image-12-32.svg"/><Relationship Id="rId33" Type="http://schemas.openxmlformats.org/officeDocument/2006/relationships/image" Target="../media/image-12-33.png"/><Relationship Id="rId34" Type="http://schemas.openxmlformats.org/officeDocument/2006/relationships/image" Target="../media/image-12-34.svg"/><Relationship Id="rId35" Type="http://schemas.openxmlformats.org/officeDocument/2006/relationships/image" Target="../media/image-12-35.png"/><Relationship Id="rId36" Type="http://schemas.openxmlformats.org/officeDocument/2006/relationships/image" Target="../media/image-12-36.svg"/><Relationship Id="rId37" Type="http://schemas.openxmlformats.org/officeDocument/2006/relationships/image" Target="../media/image-12-37.png"/><Relationship Id="rId38" Type="http://schemas.openxmlformats.org/officeDocument/2006/relationships/image" Target="../media/image-12-38.svg"/><Relationship Id="rId39" Type="http://schemas.openxmlformats.org/officeDocument/2006/relationships/image" Target="../media/image-12-39.png"/><Relationship Id="rId40" Type="http://schemas.openxmlformats.org/officeDocument/2006/relationships/image" Target="../media/image-12-40.svg"/><Relationship Id="rId41" Type="http://schemas.openxmlformats.org/officeDocument/2006/relationships/image" Target="../media/image-12-41.png"/><Relationship Id="rId42" Type="http://schemas.openxmlformats.org/officeDocument/2006/relationships/image" Target="../media/image-12-42.svg"/><Relationship Id="rId43" Type="http://schemas.openxmlformats.org/officeDocument/2006/relationships/image" Target="../media/image-12-43.png"/><Relationship Id="rId44" Type="http://schemas.openxmlformats.org/officeDocument/2006/relationships/image" Target="../media/image-12-44.svg"/><Relationship Id="rId45" Type="http://schemas.openxmlformats.org/officeDocument/2006/relationships/image" Target="../media/image-12-45.png"/><Relationship Id="rId46" Type="http://schemas.openxmlformats.org/officeDocument/2006/relationships/image" Target="../media/image-12-46.svg"/><Relationship Id="rId47" Type="http://schemas.openxmlformats.org/officeDocument/2006/relationships/image" Target="../media/image-12-47.png"/><Relationship Id="rId48" Type="http://schemas.openxmlformats.org/officeDocument/2006/relationships/image" Target="../media/image-12-48.svg"/><Relationship Id="rId49" Type="http://schemas.openxmlformats.org/officeDocument/2006/relationships/image" Target="../media/image-12-49.png"/><Relationship Id="rId50" Type="http://schemas.openxmlformats.org/officeDocument/2006/relationships/image" Target="../media/image-12-50.svg"/><Relationship Id="rId51" Type="http://schemas.openxmlformats.org/officeDocument/2006/relationships/image" Target="../media/image-12-51.png"/><Relationship Id="rId52" Type="http://schemas.openxmlformats.org/officeDocument/2006/relationships/image" Target="../media/image-12-52.svg"/><Relationship Id="rId53" Type="http://schemas.openxmlformats.org/officeDocument/2006/relationships/image" Target="../media/image-12-53.png"/><Relationship Id="rId54" Type="http://schemas.openxmlformats.org/officeDocument/2006/relationships/image" Target="../media/image-12-54.svg"/><Relationship Id="rId55" Type="http://schemas.openxmlformats.org/officeDocument/2006/relationships/image" Target="../media/image-12-55.png"/><Relationship Id="rId56" Type="http://schemas.openxmlformats.org/officeDocument/2006/relationships/image" Target="../media/image-12-56.svg"/><Relationship Id="rId57" Type="http://schemas.openxmlformats.org/officeDocument/2006/relationships/image" Target="../media/image-12-57.png"/><Relationship Id="rId58" Type="http://schemas.openxmlformats.org/officeDocument/2006/relationships/image" Target="../media/image-12-58.svg"/><Relationship Id="rId59" Type="http://schemas.openxmlformats.org/officeDocument/2006/relationships/image" Target="../media/image-12-59.png"/><Relationship Id="rId60" Type="http://schemas.openxmlformats.org/officeDocument/2006/relationships/image" Target="../media/image-12-60.svg"/><Relationship Id="rId61" Type="http://schemas.openxmlformats.org/officeDocument/2006/relationships/image" Target="../media/image-12-61.png"/><Relationship Id="rId62" Type="http://schemas.openxmlformats.org/officeDocument/2006/relationships/image" Target="../media/image-12-62.svg"/><Relationship Id="rId63" Type="http://schemas.openxmlformats.org/officeDocument/2006/relationships/image" Target="../media/image-12-63.png"/><Relationship Id="rId64" Type="http://schemas.openxmlformats.org/officeDocument/2006/relationships/image" Target="../media/image-12-64.svg"/><Relationship Id="rId65" Type="http://schemas.openxmlformats.org/officeDocument/2006/relationships/image" Target="../media/image-12-65.png"/><Relationship Id="rId66" Type="http://schemas.openxmlformats.org/officeDocument/2006/relationships/image" Target="../media/image-12-66.svg"/><Relationship Id="rId67" Type="http://schemas.openxmlformats.org/officeDocument/2006/relationships/image" Target="../media/image-12-67.png"/><Relationship Id="rId68" Type="http://schemas.openxmlformats.org/officeDocument/2006/relationships/image" Target="../media/image-12-68.svg"/><Relationship Id="rId69" Type="http://schemas.openxmlformats.org/officeDocument/2006/relationships/image" Target="../media/image-12-69.png"/><Relationship Id="rId70" Type="http://schemas.openxmlformats.org/officeDocument/2006/relationships/image" Target="../media/image-12-70.svg"/><Relationship Id="rId71" Type="http://schemas.openxmlformats.org/officeDocument/2006/relationships/image" Target="../media/image-12-71.png"/><Relationship Id="rId72" Type="http://schemas.openxmlformats.org/officeDocument/2006/relationships/image" Target="../media/image-12-72.svg"/><Relationship Id="rId73" Type="http://schemas.openxmlformats.org/officeDocument/2006/relationships/image" Target="../media/image-12-73.png"/><Relationship Id="rId74" Type="http://schemas.openxmlformats.org/officeDocument/2006/relationships/image" Target="../media/image-12-74.svg"/><Relationship Id="rId75" Type="http://schemas.openxmlformats.org/officeDocument/2006/relationships/image" Target="../media/image-12-75.png"/><Relationship Id="rId76" Type="http://schemas.openxmlformats.org/officeDocument/2006/relationships/image" Target="../media/image-12-76.svg"/><Relationship Id="rId77" Type="http://schemas.openxmlformats.org/officeDocument/2006/relationships/image" Target="../media/image-12-77.png"/><Relationship Id="rId78" Type="http://schemas.openxmlformats.org/officeDocument/2006/relationships/image" Target="../media/image-12-78.svg"/><Relationship Id="rId79" Type="http://schemas.openxmlformats.org/officeDocument/2006/relationships/image" Target="../media/image-12-79.png"/><Relationship Id="rId80" Type="http://schemas.openxmlformats.org/officeDocument/2006/relationships/image" Target="../media/image-12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sv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sv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sv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sv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sv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svg"/><Relationship Id="rId23" Type="http://schemas.openxmlformats.org/officeDocument/2006/relationships/image" Target="../media/image-13-23.png"/><Relationship Id="rId24" Type="http://schemas.openxmlformats.org/officeDocument/2006/relationships/image" Target="../media/image-13-24.svg"/><Relationship Id="rId25" Type="http://schemas.openxmlformats.org/officeDocument/2006/relationships/image" Target="../media/image-13-25.png"/><Relationship Id="rId26" Type="http://schemas.openxmlformats.org/officeDocument/2006/relationships/image" Target="../media/image-13-26.svg"/><Relationship Id="rId27" Type="http://schemas.openxmlformats.org/officeDocument/2006/relationships/image" Target="../media/image-13-27.png"/><Relationship Id="rId28" Type="http://schemas.openxmlformats.org/officeDocument/2006/relationships/image" Target="../media/image-13-28.svg"/><Relationship Id="rId29" Type="http://schemas.openxmlformats.org/officeDocument/2006/relationships/image" Target="../media/image-13-29.png"/><Relationship Id="rId30" Type="http://schemas.openxmlformats.org/officeDocument/2006/relationships/image" Target="../media/image-13-30.svg"/><Relationship Id="rId31" Type="http://schemas.openxmlformats.org/officeDocument/2006/relationships/image" Target="../media/image-13-31.png"/><Relationship Id="rId32" Type="http://schemas.openxmlformats.org/officeDocument/2006/relationships/image" Target="../media/image-13-32.svg"/><Relationship Id="rId33" Type="http://schemas.openxmlformats.org/officeDocument/2006/relationships/image" Target="../media/image-13-33.png"/><Relationship Id="rId34" Type="http://schemas.openxmlformats.org/officeDocument/2006/relationships/image" Target="../media/image-13-34.svg"/><Relationship Id="rId35" Type="http://schemas.openxmlformats.org/officeDocument/2006/relationships/image" Target="../media/image-13-35.png"/><Relationship Id="rId36" Type="http://schemas.openxmlformats.org/officeDocument/2006/relationships/image" Target="../media/image-13-36.svg"/><Relationship Id="rId37" Type="http://schemas.openxmlformats.org/officeDocument/2006/relationships/image" Target="../media/image-13-37.png"/><Relationship Id="rId38" Type="http://schemas.openxmlformats.org/officeDocument/2006/relationships/image" Target="../media/image-13-38.svg"/><Relationship Id="rId39" Type="http://schemas.openxmlformats.org/officeDocument/2006/relationships/image" Target="../media/image-13-39.png"/><Relationship Id="rId40" Type="http://schemas.openxmlformats.org/officeDocument/2006/relationships/image" Target="../media/image-13-40.svg"/><Relationship Id="rId41" Type="http://schemas.openxmlformats.org/officeDocument/2006/relationships/image" Target="../media/image-13-41.png"/><Relationship Id="rId42" Type="http://schemas.openxmlformats.org/officeDocument/2006/relationships/image" Target="../media/image-13-42.svg"/><Relationship Id="rId43" Type="http://schemas.openxmlformats.org/officeDocument/2006/relationships/image" Target="../media/image-13-43.png"/><Relationship Id="rId44" Type="http://schemas.openxmlformats.org/officeDocument/2006/relationships/image" Target="../media/image-13-44.svg"/><Relationship Id="rId45" Type="http://schemas.openxmlformats.org/officeDocument/2006/relationships/image" Target="../media/image-13-45.png"/><Relationship Id="rId46" Type="http://schemas.openxmlformats.org/officeDocument/2006/relationships/image" Target="../media/image-13-46.svg"/><Relationship Id="rId47" Type="http://schemas.openxmlformats.org/officeDocument/2006/relationships/image" Target="../media/image-13-47.png"/><Relationship Id="rId48" Type="http://schemas.openxmlformats.org/officeDocument/2006/relationships/image" Target="../media/image-13-48.svg"/><Relationship Id="rId49" Type="http://schemas.openxmlformats.org/officeDocument/2006/relationships/image" Target="../media/image-13-49.png"/><Relationship Id="rId50" Type="http://schemas.openxmlformats.org/officeDocument/2006/relationships/image" Target="../media/image-13-50.svg"/><Relationship Id="rId51" Type="http://schemas.openxmlformats.org/officeDocument/2006/relationships/image" Target="../media/image-13-51.png"/><Relationship Id="rId52" Type="http://schemas.openxmlformats.org/officeDocument/2006/relationships/image" Target="../media/image-13-52.svg"/><Relationship Id="rId53" Type="http://schemas.openxmlformats.org/officeDocument/2006/relationships/image" Target="../media/image-13-53.png"/><Relationship Id="rId54" Type="http://schemas.openxmlformats.org/officeDocument/2006/relationships/image" Target="../media/image-13-54.svg"/><Relationship Id="rId55" Type="http://schemas.openxmlformats.org/officeDocument/2006/relationships/image" Target="../media/image-13-55.png"/><Relationship Id="rId56" Type="http://schemas.openxmlformats.org/officeDocument/2006/relationships/image" Target="../media/image-13-56.svg"/><Relationship Id="rId57" Type="http://schemas.openxmlformats.org/officeDocument/2006/relationships/image" Target="../media/image-13-57.png"/><Relationship Id="rId58" Type="http://schemas.openxmlformats.org/officeDocument/2006/relationships/image" Target="../media/image-13-58.svg"/><Relationship Id="rId59" Type="http://schemas.openxmlformats.org/officeDocument/2006/relationships/image" Target="../media/image-13-59.png"/><Relationship Id="rId60" Type="http://schemas.openxmlformats.org/officeDocument/2006/relationships/image" Target="../media/image-13-60.svg"/><Relationship Id="rId61" Type="http://schemas.openxmlformats.org/officeDocument/2006/relationships/image" Target="../media/image-13-61.png"/><Relationship Id="rId62" Type="http://schemas.openxmlformats.org/officeDocument/2006/relationships/image" Target="../media/image-13-62.svg"/><Relationship Id="rId63" Type="http://schemas.openxmlformats.org/officeDocument/2006/relationships/image" Target="../media/image-13-63.png"/><Relationship Id="rId64" Type="http://schemas.openxmlformats.org/officeDocument/2006/relationships/image" Target="../media/image-13-64.svg"/><Relationship Id="rId65" Type="http://schemas.openxmlformats.org/officeDocument/2006/relationships/image" Target="../media/image-13-65.png"/><Relationship Id="rId66" Type="http://schemas.openxmlformats.org/officeDocument/2006/relationships/image" Target="../media/image-13-66.svg"/><Relationship Id="rId67" Type="http://schemas.openxmlformats.org/officeDocument/2006/relationships/image" Target="../media/image-13-67.png"/><Relationship Id="rId68" Type="http://schemas.openxmlformats.org/officeDocument/2006/relationships/image" Target="../media/image-13-68.svg"/><Relationship Id="rId69" Type="http://schemas.openxmlformats.org/officeDocument/2006/relationships/image" Target="../media/image-13-69.png"/><Relationship Id="rId70" Type="http://schemas.openxmlformats.org/officeDocument/2006/relationships/image" Target="../media/image-13-70.svg"/><Relationship Id="rId71" Type="http://schemas.openxmlformats.org/officeDocument/2006/relationships/image" Target="../media/image-13-71.png"/><Relationship Id="rId72" Type="http://schemas.openxmlformats.org/officeDocument/2006/relationships/image" Target="../media/image-13-72.svg"/><Relationship Id="rId73" Type="http://schemas.openxmlformats.org/officeDocument/2006/relationships/image" Target="../media/image-13-73.png"/><Relationship Id="rId74" Type="http://schemas.openxmlformats.org/officeDocument/2006/relationships/image" Target="../media/image-13-74.svg"/><Relationship Id="rId75" Type="http://schemas.openxmlformats.org/officeDocument/2006/relationships/image" Target="../media/image-13-75.png"/><Relationship Id="rId76" Type="http://schemas.openxmlformats.org/officeDocument/2006/relationships/image" Target="../media/image-13-76.svg"/><Relationship Id="rId77" Type="http://schemas.openxmlformats.org/officeDocument/2006/relationships/image" Target="../media/image-13-77.png"/><Relationship Id="rId78" Type="http://schemas.openxmlformats.org/officeDocument/2006/relationships/image" Target="../media/image-13-78.svg"/><Relationship Id="rId79" Type="http://schemas.openxmlformats.org/officeDocument/2006/relationships/image" Target="../media/image-13-79.png"/><Relationship Id="rId80" Type="http://schemas.openxmlformats.org/officeDocument/2006/relationships/image" Target="../media/image-13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sv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sv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sv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svg"/><Relationship Id="rId21" Type="http://schemas.openxmlformats.org/officeDocument/2006/relationships/image" Target="../media/image-14-21.png"/><Relationship Id="rId22" Type="http://schemas.openxmlformats.org/officeDocument/2006/relationships/image" Target="../media/image-14-22.svg"/><Relationship Id="rId23" Type="http://schemas.openxmlformats.org/officeDocument/2006/relationships/image" Target="../media/image-14-23.png"/><Relationship Id="rId24" Type="http://schemas.openxmlformats.org/officeDocument/2006/relationships/image" Target="../media/image-14-24.svg"/><Relationship Id="rId25" Type="http://schemas.openxmlformats.org/officeDocument/2006/relationships/image" Target="../media/image-14-25.png"/><Relationship Id="rId26" Type="http://schemas.openxmlformats.org/officeDocument/2006/relationships/image" Target="../media/image-14-26.svg"/><Relationship Id="rId27" Type="http://schemas.openxmlformats.org/officeDocument/2006/relationships/image" Target="../media/image-14-27.png"/><Relationship Id="rId28" Type="http://schemas.openxmlformats.org/officeDocument/2006/relationships/image" Target="../media/image-14-28.svg"/><Relationship Id="rId29" Type="http://schemas.openxmlformats.org/officeDocument/2006/relationships/image" Target="../media/image-14-29.png"/><Relationship Id="rId30" Type="http://schemas.openxmlformats.org/officeDocument/2006/relationships/image" Target="../media/image-14-30.svg"/><Relationship Id="rId31" Type="http://schemas.openxmlformats.org/officeDocument/2006/relationships/image" Target="../media/image-14-31.png"/><Relationship Id="rId32" Type="http://schemas.openxmlformats.org/officeDocument/2006/relationships/image" Target="../media/image-14-32.svg"/><Relationship Id="rId33" Type="http://schemas.openxmlformats.org/officeDocument/2006/relationships/image" Target="../media/image-14-33.png"/><Relationship Id="rId34" Type="http://schemas.openxmlformats.org/officeDocument/2006/relationships/image" Target="../media/image-14-34.svg"/><Relationship Id="rId35" Type="http://schemas.openxmlformats.org/officeDocument/2006/relationships/image" Target="../media/image-14-35.png"/><Relationship Id="rId36" Type="http://schemas.openxmlformats.org/officeDocument/2006/relationships/image" Target="../media/image-14-36.svg"/><Relationship Id="rId37" Type="http://schemas.openxmlformats.org/officeDocument/2006/relationships/image" Target="../media/image-14-37.png"/><Relationship Id="rId38" Type="http://schemas.openxmlformats.org/officeDocument/2006/relationships/image" Target="../media/image-14-38.svg"/><Relationship Id="rId39" Type="http://schemas.openxmlformats.org/officeDocument/2006/relationships/image" Target="../media/image-14-39.png"/><Relationship Id="rId40" Type="http://schemas.openxmlformats.org/officeDocument/2006/relationships/image" Target="../media/image-14-40.svg"/><Relationship Id="rId41" Type="http://schemas.openxmlformats.org/officeDocument/2006/relationships/image" Target="../media/image-14-41.png"/><Relationship Id="rId42" Type="http://schemas.openxmlformats.org/officeDocument/2006/relationships/image" Target="../media/image-14-42.svg"/><Relationship Id="rId43" Type="http://schemas.openxmlformats.org/officeDocument/2006/relationships/image" Target="../media/image-14-43.png"/><Relationship Id="rId44" Type="http://schemas.openxmlformats.org/officeDocument/2006/relationships/image" Target="../media/image-14-44.svg"/><Relationship Id="rId45" Type="http://schemas.openxmlformats.org/officeDocument/2006/relationships/image" Target="../media/image-14-45.png"/><Relationship Id="rId46" Type="http://schemas.openxmlformats.org/officeDocument/2006/relationships/image" Target="../media/image-14-46.svg"/><Relationship Id="rId47" Type="http://schemas.openxmlformats.org/officeDocument/2006/relationships/image" Target="../media/image-14-47.png"/><Relationship Id="rId48" Type="http://schemas.openxmlformats.org/officeDocument/2006/relationships/image" Target="../media/image-14-48.svg"/><Relationship Id="rId49" Type="http://schemas.openxmlformats.org/officeDocument/2006/relationships/image" Target="../media/image-14-49.png"/><Relationship Id="rId50" Type="http://schemas.openxmlformats.org/officeDocument/2006/relationships/image" Target="../media/image-14-50.svg"/><Relationship Id="rId51" Type="http://schemas.openxmlformats.org/officeDocument/2006/relationships/image" Target="../media/image-14-51.png"/><Relationship Id="rId52" Type="http://schemas.openxmlformats.org/officeDocument/2006/relationships/image" Target="../media/image-14-52.svg"/><Relationship Id="rId53" Type="http://schemas.openxmlformats.org/officeDocument/2006/relationships/image" Target="../media/image-14-53.png"/><Relationship Id="rId54" Type="http://schemas.openxmlformats.org/officeDocument/2006/relationships/image" Target="../media/image-14-54.svg"/><Relationship Id="rId55" Type="http://schemas.openxmlformats.org/officeDocument/2006/relationships/image" Target="../media/image-14-55.png"/><Relationship Id="rId56" Type="http://schemas.openxmlformats.org/officeDocument/2006/relationships/image" Target="../media/image-14-56.svg"/><Relationship Id="rId57" Type="http://schemas.openxmlformats.org/officeDocument/2006/relationships/image" Target="../media/image-14-57.png"/><Relationship Id="rId58" Type="http://schemas.openxmlformats.org/officeDocument/2006/relationships/image" Target="../media/image-14-58.svg"/><Relationship Id="rId59" Type="http://schemas.openxmlformats.org/officeDocument/2006/relationships/image" Target="../media/image-14-59.png"/><Relationship Id="rId60" Type="http://schemas.openxmlformats.org/officeDocument/2006/relationships/image" Target="../media/image-14-60.svg"/><Relationship Id="rId61" Type="http://schemas.openxmlformats.org/officeDocument/2006/relationships/image" Target="../media/image-14-61.png"/><Relationship Id="rId62" Type="http://schemas.openxmlformats.org/officeDocument/2006/relationships/image" Target="../media/image-14-62.svg"/><Relationship Id="rId63" Type="http://schemas.openxmlformats.org/officeDocument/2006/relationships/image" Target="../media/image-14-63.png"/><Relationship Id="rId64" Type="http://schemas.openxmlformats.org/officeDocument/2006/relationships/image" Target="../media/image-14-64.svg"/><Relationship Id="rId65" Type="http://schemas.openxmlformats.org/officeDocument/2006/relationships/image" Target="../media/image-14-65.png"/><Relationship Id="rId66" Type="http://schemas.openxmlformats.org/officeDocument/2006/relationships/image" Target="../media/image-14-66.svg"/><Relationship Id="rId67" Type="http://schemas.openxmlformats.org/officeDocument/2006/relationships/image" Target="../media/image-14-67.png"/><Relationship Id="rId68" Type="http://schemas.openxmlformats.org/officeDocument/2006/relationships/image" Target="../media/image-14-68.svg"/><Relationship Id="rId69" Type="http://schemas.openxmlformats.org/officeDocument/2006/relationships/image" Target="../media/image-14-69.png"/><Relationship Id="rId70" Type="http://schemas.openxmlformats.org/officeDocument/2006/relationships/image" Target="../media/image-14-70.svg"/><Relationship Id="rId71" Type="http://schemas.openxmlformats.org/officeDocument/2006/relationships/image" Target="../media/image-14-71.png"/><Relationship Id="rId72" Type="http://schemas.openxmlformats.org/officeDocument/2006/relationships/image" Target="../media/image-14-72.svg"/><Relationship Id="rId73" Type="http://schemas.openxmlformats.org/officeDocument/2006/relationships/image" Target="../media/image-14-73.png"/><Relationship Id="rId74" Type="http://schemas.openxmlformats.org/officeDocument/2006/relationships/image" Target="../media/image-14-74.svg"/><Relationship Id="rId75" Type="http://schemas.openxmlformats.org/officeDocument/2006/relationships/image" Target="../media/image-14-75.png"/><Relationship Id="rId76" Type="http://schemas.openxmlformats.org/officeDocument/2006/relationships/image" Target="../media/image-14-76.svg"/><Relationship Id="rId77" Type="http://schemas.openxmlformats.org/officeDocument/2006/relationships/image" Target="../media/image-14-77.png"/><Relationship Id="rId78" Type="http://schemas.openxmlformats.org/officeDocument/2006/relationships/image" Target="../media/image-14-78.svg"/><Relationship Id="rId79" Type="http://schemas.openxmlformats.org/officeDocument/2006/relationships/image" Target="../media/image-14-79.png"/><Relationship Id="rId80" Type="http://schemas.openxmlformats.org/officeDocument/2006/relationships/image" Target="../media/image-14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sv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sv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sv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svg"/><Relationship Id="rId19" Type="http://schemas.openxmlformats.org/officeDocument/2006/relationships/image" Target="../media/image-15-19.png"/><Relationship Id="rId20" Type="http://schemas.openxmlformats.org/officeDocument/2006/relationships/image" Target="../media/image-15-20.svg"/><Relationship Id="rId21" Type="http://schemas.openxmlformats.org/officeDocument/2006/relationships/image" Target="../media/image-15-21.png"/><Relationship Id="rId22" Type="http://schemas.openxmlformats.org/officeDocument/2006/relationships/image" Target="../media/image-15-22.svg"/><Relationship Id="rId23" Type="http://schemas.openxmlformats.org/officeDocument/2006/relationships/image" Target="../media/image-15-23.png"/><Relationship Id="rId24" Type="http://schemas.openxmlformats.org/officeDocument/2006/relationships/image" Target="../media/image-15-24.svg"/><Relationship Id="rId25" Type="http://schemas.openxmlformats.org/officeDocument/2006/relationships/image" Target="../media/image-15-25.png"/><Relationship Id="rId26" Type="http://schemas.openxmlformats.org/officeDocument/2006/relationships/image" Target="../media/image-15-26.svg"/><Relationship Id="rId27" Type="http://schemas.openxmlformats.org/officeDocument/2006/relationships/image" Target="../media/image-15-27.png"/><Relationship Id="rId28" Type="http://schemas.openxmlformats.org/officeDocument/2006/relationships/image" Target="../media/image-15-28.svg"/><Relationship Id="rId29" Type="http://schemas.openxmlformats.org/officeDocument/2006/relationships/image" Target="../media/image-15-29.png"/><Relationship Id="rId30" Type="http://schemas.openxmlformats.org/officeDocument/2006/relationships/image" Target="../media/image-15-30.svg"/><Relationship Id="rId31" Type="http://schemas.openxmlformats.org/officeDocument/2006/relationships/image" Target="../media/image-15-31.png"/><Relationship Id="rId32" Type="http://schemas.openxmlformats.org/officeDocument/2006/relationships/image" Target="../media/image-15-32.svg"/><Relationship Id="rId33" Type="http://schemas.openxmlformats.org/officeDocument/2006/relationships/image" Target="../media/image-15-33.png"/><Relationship Id="rId34" Type="http://schemas.openxmlformats.org/officeDocument/2006/relationships/image" Target="../media/image-15-34.svg"/><Relationship Id="rId35" Type="http://schemas.openxmlformats.org/officeDocument/2006/relationships/image" Target="../media/image-15-35.png"/><Relationship Id="rId36" Type="http://schemas.openxmlformats.org/officeDocument/2006/relationships/image" Target="../media/image-15-36.svg"/><Relationship Id="rId37" Type="http://schemas.openxmlformats.org/officeDocument/2006/relationships/image" Target="../media/image-15-37.png"/><Relationship Id="rId38" Type="http://schemas.openxmlformats.org/officeDocument/2006/relationships/image" Target="../media/image-15-38.svg"/><Relationship Id="rId39" Type="http://schemas.openxmlformats.org/officeDocument/2006/relationships/image" Target="../media/image-15-39.png"/><Relationship Id="rId40" Type="http://schemas.openxmlformats.org/officeDocument/2006/relationships/image" Target="../media/image-15-40.svg"/><Relationship Id="rId41" Type="http://schemas.openxmlformats.org/officeDocument/2006/relationships/image" Target="../media/image-15-41.png"/><Relationship Id="rId42" Type="http://schemas.openxmlformats.org/officeDocument/2006/relationships/image" Target="../media/image-15-42.svg"/><Relationship Id="rId43" Type="http://schemas.openxmlformats.org/officeDocument/2006/relationships/image" Target="../media/image-15-43.png"/><Relationship Id="rId44" Type="http://schemas.openxmlformats.org/officeDocument/2006/relationships/image" Target="../media/image-15-44.svg"/><Relationship Id="rId45" Type="http://schemas.openxmlformats.org/officeDocument/2006/relationships/image" Target="../media/image-15-45.png"/><Relationship Id="rId46" Type="http://schemas.openxmlformats.org/officeDocument/2006/relationships/image" Target="../media/image-15-46.svg"/><Relationship Id="rId47" Type="http://schemas.openxmlformats.org/officeDocument/2006/relationships/image" Target="../media/image-15-47.png"/><Relationship Id="rId48" Type="http://schemas.openxmlformats.org/officeDocument/2006/relationships/image" Target="../media/image-15-48.svg"/><Relationship Id="rId49" Type="http://schemas.openxmlformats.org/officeDocument/2006/relationships/image" Target="../media/image-15-49.png"/><Relationship Id="rId50" Type="http://schemas.openxmlformats.org/officeDocument/2006/relationships/image" Target="../media/image-15-50.svg"/><Relationship Id="rId51" Type="http://schemas.openxmlformats.org/officeDocument/2006/relationships/image" Target="../media/image-15-51.png"/><Relationship Id="rId52" Type="http://schemas.openxmlformats.org/officeDocument/2006/relationships/image" Target="../media/image-15-52.svg"/><Relationship Id="rId53" Type="http://schemas.openxmlformats.org/officeDocument/2006/relationships/image" Target="../media/image-15-53.png"/><Relationship Id="rId54" Type="http://schemas.openxmlformats.org/officeDocument/2006/relationships/image" Target="../media/image-15-54.svg"/><Relationship Id="rId55" Type="http://schemas.openxmlformats.org/officeDocument/2006/relationships/image" Target="../media/image-15-55.png"/><Relationship Id="rId56" Type="http://schemas.openxmlformats.org/officeDocument/2006/relationships/image" Target="../media/image-15-56.svg"/><Relationship Id="rId57" Type="http://schemas.openxmlformats.org/officeDocument/2006/relationships/image" Target="../media/image-15-57.png"/><Relationship Id="rId58" Type="http://schemas.openxmlformats.org/officeDocument/2006/relationships/image" Target="../media/image-15-58.svg"/><Relationship Id="rId59" Type="http://schemas.openxmlformats.org/officeDocument/2006/relationships/image" Target="../media/image-15-59.png"/><Relationship Id="rId60" Type="http://schemas.openxmlformats.org/officeDocument/2006/relationships/image" Target="../media/image-15-60.svg"/><Relationship Id="rId61" Type="http://schemas.openxmlformats.org/officeDocument/2006/relationships/image" Target="../media/image-15-61.png"/><Relationship Id="rId62" Type="http://schemas.openxmlformats.org/officeDocument/2006/relationships/image" Target="../media/image-15-62.svg"/><Relationship Id="rId63" Type="http://schemas.openxmlformats.org/officeDocument/2006/relationships/image" Target="../media/image-15-63.png"/><Relationship Id="rId64" Type="http://schemas.openxmlformats.org/officeDocument/2006/relationships/image" Target="../media/image-15-64.svg"/><Relationship Id="rId65" Type="http://schemas.openxmlformats.org/officeDocument/2006/relationships/image" Target="../media/image-15-65.png"/><Relationship Id="rId66" Type="http://schemas.openxmlformats.org/officeDocument/2006/relationships/image" Target="../media/image-15-66.svg"/><Relationship Id="rId67" Type="http://schemas.openxmlformats.org/officeDocument/2006/relationships/image" Target="../media/image-15-67.png"/><Relationship Id="rId68" Type="http://schemas.openxmlformats.org/officeDocument/2006/relationships/image" Target="../media/image-15-68.svg"/><Relationship Id="rId69" Type="http://schemas.openxmlformats.org/officeDocument/2006/relationships/image" Target="../media/image-15-69.png"/><Relationship Id="rId70" Type="http://schemas.openxmlformats.org/officeDocument/2006/relationships/image" Target="../media/image-15-70.svg"/><Relationship Id="rId71" Type="http://schemas.openxmlformats.org/officeDocument/2006/relationships/image" Target="../media/image-15-71.png"/><Relationship Id="rId72" Type="http://schemas.openxmlformats.org/officeDocument/2006/relationships/image" Target="../media/image-15-72.svg"/><Relationship Id="rId73" Type="http://schemas.openxmlformats.org/officeDocument/2006/relationships/image" Target="../media/image-15-73.png"/><Relationship Id="rId74" Type="http://schemas.openxmlformats.org/officeDocument/2006/relationships/image" Target="../media/image-15-74.svg"/><Relationship Id="rId75" Type="http://schemas.openxmlformats.org/officeDocument/2006/relationships/image" Target="../media/image-15-75.png"/><Relationship Id="rId76" Type="http://schemas.openxmlformats.org/officeDocument/2006/relationships/image" Target="../media/image-15-76.svg"/><Relationship Id="rId77" Type="http://schemas.openxmlformats.org/officeDocument/2006/relationships/image" Target="../media/image-15-77.png"/><Relationship Id="rId78" Type="http://schemas.openxmlformats.org/officeDocument/2006/relationships/image" Target="../media/image-15-78.svg"/><Relationship Id="rId79" Type="http://schemas.openxmlformats.org/officeDocument/2006/relationships/image" Target="../media/image-15-79.png"/><Relationship Id="rId80" Type="http://schemas.openxmlformats.org/officeDocument/2006/relationships/image" Target="../media/image-15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image" Target="../media/image-16-9.png"/><Relationship Id="rId10" Type="http://schemas.openxmlformats.org/officeDocument/2006/relationships/image" Target="../media/image-16-10.sv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sv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sv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sv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svg"/><Relationship Id="rId19" Type="http://schemas.openxmlformats.org/officeDocument/2006/relationships/image" Target="../media/image-16-19.png"/><Relationship Id="rId20" Type="http://schemas.openxmlformats.org/officeDocument/2006/relationships/image" Target="../media/image-16-20.svg"/><Relationship Id="rId21" Type="http://schemas.openxmlformats.org/officeDocument/2006/relationships/image" Target="../media/image-16-21.png"/><Relationship Id="rId22" Type="http://schemas.openxmlformats.org/officeDocument/2006/relationships/image" Target="../media/image-16-22.svg"/><Relationship Id="rId23" Type="http://schemas.openxmlformats.org/officeDocument/2006/relationships/image" Target="../media/image-16-23.png"/><Relationship Id="rId24" Type="http://schemas.openxmlformats.org/officeDocument/2006/relationships/image" Target="../media/image-16-24.svg"/><Relationship Id="rId25" Type="http://schemas.openxmlformats.org/officeDocument/2006/relationships/image" Target="../media/image-16-25.png"/><Relationship Id="rId26" Type="http://schemas.openxmlformats.org/officeDocument/2006/relationships/image" Target="../media/image-16-26.svg"/><Relationship Id="rId27" Type="http://schemas.openxmlformats.org/officeDocument/2006/relationships/image" Target="../media/image-16-27.png"/><Relationship Id="rId28" Type="http://schemas.openxmlformats.org/officeDocument/2006/relationships/image" Target="../media/image-16-28.svg"/><Relationship Id="rId29" Type="http://schemas.openxmlformats.org/officeDocument/2006/relationships/image" Target="../media/image-16-29.png"/><Relationship Id="rId30" Type="http://schemas.openxmlformats.org/officeDocument/2006/relationships/image" Target="../media/image-16-30.svg"/><Relationship Id="rId31" Type="http://schemas.openxmlformats.org/officeDocument/2006/relationships/image" Target="../media/image-16-31.png"/><Relationship Id="rId32" Type="http://schemas.openxmlformats.org/officeDocument/2006/relationships/image" Target="../media/image-16-32.svg"/><Relationship Id="rId33" Type="http://schemas.openxmlformats.org/officeDocument/2006/relationships/image" Target="../media/image-16-33.png"/><Relationship Id="rId34" Type="http://schemas.openxmlformats.org/officeDocument/2006/relationships/image" Target="../media/image-16-34.svg"/><Relationship Id="rId35" Type="http://schemas.openxmlformats.org/officeDocument/2006/relationships/image" Target="../media/image-16-35.png"/><Relationship Id="rId36" Type="http://schemas.openxmlformats.org/officeDocument/2006/relationships/image" Target="../media/image-16-36.svg"/><Relationship Id="rId37" Type="http://schemas.openxmlformats.org/officeDocument/2006/relationships/image" Target="../media/image-16-37.png"/><Relationship Id="rId38" Type="http://schemas.openxmlformats.org/officeDocument/2006/relationships/image" Target="../media/image-16-38.svg"/><Relationship Id="rId39" Type="http://schemas.openxmlformats.org/officeDocument/2006/relationships/image" Target="../media/image-16-39.png"/><Relationship Id="rId40" Type="http://schemas.openxmlformats.org/officeDocument/2006/relationships/image" Target="../media/image-16-40.svg"/><Relationship Id="rId41" Type="http://schemas.openxmlformats.org/officeDocument/2006/relationships/image" Target="../media/image-16-41.png"/><Relationship Id="rId42" Type="http://schemas.openxmlformats.org/officeDocument/2006/relationships/image" Target="../media/image-16-42.svg"/><Relationship Id="rId43" Type="http://schemas.openxmlformats.org/officeDocument/2006/relationships/image" Target="../media/image-16-43.png"/><Relationship Id="rId44" Type="http://schemas.openxmlformats.org/officeDocument/2006/relationships/image" Target="../media/image-16-44.svg"/><Relationship Id="rId45" Type="http://schemas.openxmlformats.org/officeDocument/2006/relationships/image" Target="../media/image-16-45.png"/><Relationship Id="rId46" Type="http://schemas.openxmlformats.org/officeDocument/2006/relationships/image" Target="../media/image-16-46.svg"/><Relationship Id="rId47" Type="http://schemas.openxmlformats.org/officeDocument/2006/relationships/image" Target="../media/image-16-47.png"/><Relationship Id="rId48" Type="http://schemas.openxmlformats.org/officeDocument/2006/relationships/image" Target="../media/image-16-48.svg"/><Relationship Id="rId49" Type="http://schemas.openxmlformats.org/officeDocument/2006/relationships/image" Target="../media/image-16-49.png"/><Relationship Id="rId50" Type="http://schemas.openxmlformats.org/officeDocument/2006/relationships/image" Target="../media/image-16-50.svg"/><Relationship Id="rId51" Type="http://schemas.openxmlformats.org/officeDocument/2006/relationships/image" Target="../media/image-16-51.png"/><Relationship Id="rId52" Type="http://schemas.openxmlformats.org/officeDocument/2006/relationships/image" Target="../media/image-16-52.svg"/><Relationship Id="rId53" Type="http://schemas.openxmlformats.org/officeDocument/2006/relationships/image" Target="../media/image-16-53.png"/><Relationship Id="rId54" Type="http://schemas.openxmlformats.org/officeDocument/2006/relationships/image" Target="../media/image-16-54.svg"/><Relationship Id="rId55" Type="http://schemas.openxmlformats.org/officeDocument/2006/relationships/image" Target="../media/image-16-55.png"/><Relationship Id="rId56" Type="http://schemas.openxmlformats.org/officeDocument/2006/relationships/image" Target="../media/image-16-56.svg"/><Relationship Id="rId57" Type="http://schemas.openxmlformats.org/officeDocument/2006/relationships/image" Target="../media/image-16-57.png"/><Relationship Id="rId58" Type="http://schemas.openxmlformats.org/officeDocument/2006/relationships/image" Target="../media/image-16-58.svg"/><Relationship Id="rId59" Type="http://schemas.openxmlformats.org/officeDocument/2006/relationships/image" Target="../media/image-16-59.png"/><Relationship Id="rId60" Type="http://schemas.openxmlformats.org/officeDocument/2006/relationships/image" Target="../media/image-16-60.svg"/><Relationship Id="rId61" Type="http://schemas.openxmlformats.org/officeDocument/2006/relationships/image" Target="../media/image-16-61.png"/><Relationship Id="rId62" Type="http://schemas.openxmlformats.org/officeDocument/2006/relationships/image" Target="../media/image-16-62.svg"/><Relationship Id="rId63" Type="http://schemas.openxmlformats.org/officeDocument/2006/relationships/image" Target="../media/image-16-63.png"/><Relationship Id="rId64" Type="http://schemas.openxmlformats.org/officeDocument/2006/relationships/image" Target="../media/image-16-64.svg"/><Relationship Id="rId65" Type="http://schemas.openxmlformats.org/officeDocument/2006/relationships/image" Target="../media/image-16-65.png"/><Relationship Id="rId66" Type="http://schemas.openxmlformats.org/officeDocument/2006/relationships/image" Target="../media/image-16-66.svg"/><Relationship Id="rId67" Type="http://schemas.openxmlformats.org/officeDocument/2006/relationships/image" Target="../media/image-16-67.png"/><Relationship Id="rId68" Type="http://schemas.openxmlformats.org/officeDocument/2006/relationships/image" Target="../media/image-16-68.svg"/><Relationship Id="rId69" Type="http://schemas.openxmlformats.org/officeDocument/2006/relationships/image" Target="../media/image-16-69.png"/><Relationship Id="rId70" Type="http://schemas.openxmlformats.org/officeDocument/2006/relationships/image" Target="../media/image-16-70.svg"/><Relationship Id="rId71" Type="http://schemas.openxmlformats.org/officeDocument/2006/relationships/image" Target="../media/image-16-71.png"/><Relationship Id="rId72" Type="http://schemas.openxmlformats.org/officeDocument/2006/relationships/image" Target="../media/image-16-72.svg"/><Relationship Id="rId73" Type="http://schemas.openxmlformats.org/officeDocument/2006/relationships/image" Target="../media/image-16-73.png"/><Relationship Id="rId74" Type="http://schemas.openxmlformats.org/officeDocument/2006/relationships/image" Target="../media/image-16-74.svg"/><Relationship Id="rId75" Type="http://schemas.openxmlformats.org/officeDocument/2006/relationships/image" Target="../media/image-16-75.png"/><Relationship Id="rId76" Type="http://schemas.openxmlformats.org/officeDocument/2006/relationships/image" Target="../media/image-16-76.svg"/><Relationship Id="rId77" Type="http://schemas.openxmlformats.org/officeDocument/2006/relationships/image" Target="../media/image-16-77.png"/><Relationship Id="rId78" Type="http://schemas.openxmlformats.org/officeDocument/2006/relationships/image" Target="../media/image-16-78.svg"/><Relationship Id="rId79" Type="http://schemas.openxmlformats.org/officeDocument/2006/relationships/image" Target="../media/image-16-79.png"/><Relationship Id="rId80" Type="http://schemas.openxmlformats.org/officeDocument/2006/relationships/image" Target="../media/image-16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sv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sv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svg"/><Relationship Id="rId19" Type="http://schemas.openxmlformats.org/officeDocument/2006/relationships/image" Target="../media/image-17-19.png"/><Relationship Id="rId20" Type="http://schemas.openxmlformats.org/officeDocument/2006/relationships/image" Target="../media/image-17-20.svg"/><Relationship Id="rId21" Type="http://schemas.openxmlformats.org/officeDocument/2006/relationships/image" Target="../media/image-17-21.png"/><Relationship Id="rId22" Type="http://schemas.openxmlformats.org/officeDocument/2006/relationships/image" Target="../media/image-17-22.svg"/><Relationship Id="rId23" Type="http://schemas.openxmlformats.org/officeDocument/2006/relationships/image" Target="../media/image-17-23.png"/><Relationship Id="rId24" Type="http://schemas.openxmlformats.org/officeDocument/2006/relationships/image" Target="../media/image-17-24.svg"/><Relationship Id="rId25" Type="http://schemas.openxmlformats.org/officeDocument/2006/relationships/image" Target="../media/image-17-25.png"/><Relationship Id="rId26" Type="http://schemas.openxmlformats.org/officeDocument/2006/relationships/image" Target="../media/image-17-26.svg"/><Relationship Id="rId27" Type="http://schemas.openxmlformats.org/officeDocument/2006/relationships/image" Target="../media/image-17-27.png"/><Relationship Id="rId28" Type="http://schemas.openxmlformats.org/officeDocument/2006/relationships/image" Target="../media/image-17-28.svg"/><Relationship Id="rId29" Type="http://schemas.openxmlformats.org/officeDocument/2006/relationships/image" Target="../media/image-17-29.png"/><Relationship Id="rId30" Type="http://schemas.openxmlformats.org/officeDocument/2006/relationships/image" Target="../media/image-17-30.svg"/><Relationship Id="rId31" Type="http://schemas.openxmlformats.org/officeDocument/2006/relationships/image" Target="../media/image-17-31.png"/><Relationship Id="rId32" Type="http://schemas.openxmlformats.org/officeDocument/2006/relationships/image" Target="../media/image-17-32.svg"/><Relationship Id="rId33" Type="http://schemas.openxmlformats.org/officeDocument/2006/relationships/image" Target="../media/image-17-33.png"/><Relationship Id="rId34" Type="http://schemas.openxmlformats.org/officeDocument/2006/relationships/image" Target="../media/image-17-34.svg"/><Relationship Id="rId35" Type="http://schemas.openxmlformats.org/officeDocument/2006/relationships/image" Target="../media/image-17-35.png"/><Relationship Id="rId36" Type="http://schemas.openxmlformats.org/officeDocument/2006/relationships/image" Target="../media/image-17-36.svg"/><Relationship Id="rId37" Type="http://schemas.openxmlformats.org/officeDocument/2006/relationships/image" Target="../media/image-17-37.png"/><Relationship Id="rId38" Type="http://schemas.openxmlformats.org/officeDocument/2006/relationships/image" Target="../media/image-17-38.svg"/><Relationship Id="rId39" Type="http://schemas.openxmlformats.org/officeDocument/2006/relationships/image" Target="../media/image-17-39.png"/><Relationship Id="rId40" Type="http://schemas.openxmlformats.org/officeDocument/2006/relationships/image" Target="../media/image-17-40.svg"/><Relationship Id="rId41" Type="http://schemas.openxmlformats.org/officeDocument/2006/relationships/image" Target="../media/image-17-41.png"/><Relationship Id="rId42" Type="http://schemas.openxmlformats.org/officeDocument/2006/relationships/image" Target="../media/image-17-42.svg"/><Relationship Id="rId43" Type="http://schemas.openxmlformats.org/officeDocument/2006/relationships/image" Target="../media/image-17-43.png"/><Relationship Id="rId44" Type="http://schemas.openxmlformats.org/officeDocument/2006/relationships/image" Target="../media/image-17-44.svg"/><Relationship Id="rId45" Type="http://schemas.openxmlformats.org/officeDocument/2006/relationships/image" Target="../media/image-17-45.png"/><Relationship Id="rId46" Type="http://schemas.openxmlformats.org/officeDocument/2006/relationships/image" Target="../media/image-17-46.svg"/><Relationship Id="rId47" Type="http://schemas.openxmlformats.org/officeDocument/2006/relationships/image" Target="../media/image-17-47.png"/><Relationship Id="rId48" Type="http://schemas.openxmlformats.org/officeDocument/2006/relationships/image" Target="../media/image-17-48.svg"/><Relationship Id="rId49" Type="http://schemas.openxmlformats.org/officeDocument/2006/relationships/image" Target="../media/image-17-49.png"/><Relationship Id="rId50" Type="http://schemas.openxmlformats.org/officeDocument/2006/relationships/image" Target="../media/image-17-50.svg"/><Relationship Id="rId51" Type="http://schemas.openxmlformats.org/officeDocument/2006/relationships/image" Target="../media/image-17-51.png"/><Relationship Id="rId52" Type="http://schemas.openxmlformats.org/officeDocument/2006/relationships/image" Target="../media/image-17-52.svg"/><Relationship Id="rId53" Type="http://schemas.openxmlformats.org/officeDocument/2006/relationships/image" Target="../media/image-17-53.png"/><Relationship Id="rId54" Type="http://schemas.openxmlformats.org/officeDocument/2006/relationships/image" Target="../media/image-17-54.svg"/><Relationship Id="rId55" Type="http://schemas.openxmlformats.org/officeDocument/2006/relationships/image" Target="../media/image-17-55.png"/><Relationship Id="rId56" Type="http://schemas.openxmlformats.org/officeDocument/2006/relationships/image" Target="../media/image-17-56.svg"/><Relationship Id="rId57" Type="http://schemas.openxmlformats.org/officeDocument/2006/relationships/image" Target="../media/image-17-57.png"/><Relationship Id="rId58" Type="http://schemas.openxmlformats.org/officeDocument/2006/relationships/image" Target="../media/image-17-58.svg"/><Relationship Id="rId59" Type="http://schemas.openxmlformats.org/officeDocument/2006/relationships/image" Target="../media/image-17-59.png"/><Relationship Id="rId60" Type="http://schemas.openxmlformats.org/officeDocument/2006/relationships/image" Target="../media/image-17-60.svg"/><Relationship Id="rId61" Type="http://schemas.openxmlformats.org/officeDocument/2006/relationships/image" Target="../media/image-17-61.png"/><Relationship Id="rId62" Type="http://schemas.openxmlformats.org/officeDocument/2006/relationships/image" Target="../media/image-17-62.svg"/><Relationship Id="rId63" Type="http://schemas.openxmlformats.org/officeDocument/2006/relationships/image" Target="../media/image-17-63.png"/><Relationship Id="rId64" Type="http://schemas.openxmlformats.org/officeDocument/2006/relationships/image" Target="../media/image-17-64.svg"/><Relationship Id="rId65" Type="http://schemas.openxmlformats.org/officeDocument/2006/relationships/image" Target="../media/image-17-65.png"/><Relationship Id="rId66" Type="http://schemas.openxmlformats.org/officeDocument/2006/relationships/image" Target="../media/image-17-66.svg"/><Relationship Id="rId67" Type="http://schemas.openxmlformats.org/officeDocument/2006/relationships/image" Target="../media/image-17-67.png"/><Relationship Id="rId68" Type="http://schemas.openxmlformats.org/officeDocument/2006/relationships/image" Target="../media/image-17-68.svg"/><Relationship Id="rId69" Type="http://schemas.openxmlformats.org/officeDocument/2006/relationships/image" Target="../media/image-17-69.png"/><Relationship Id="rId70" Type="http://schemas.openxmlformats.org/officeDocument/2006/relationships/image" Target="../media/image-17-70.svg"/><Relationship Id="rId71" Type="http://schemas.openxmlformats.org/officeDocument/2006/relationships/image" Target="../media/image-17-71.png"/><Relationship Id="rId72" Type="http://schemas.openxmlformats.org/officeDocument/2006/relationships/image" Target="../media/image-17-72.svg"/><Relationship Id="rId73" Type="http://schemas.openxmlformats.org/officeDocument/2006/relationships/image" Target="../media/image-17-73.png"/><Relationship Id="rId74" Type="http://schemas.openxmlformats.org/officeDocument/2006/relationships/image" Target="../media/image-17-74.svg"/><Relationship Id="rId75" Type="http://schemas.openxmlformats.org/officeDocument/2006/relationships/image" Target="../media/image-17-75.png"/><Relationship Id="rId76" Type="http://schemas.openxmlformats.org/officeDocument/2006/relationships/image" Target="../media/image-17-76.svg"/><Relationship Id="rId77" Type="http://schemas.openxmlformats.org/officeDocument/2006/relationships/image" Target="../media/image-17-77.png"/><Relationship Id="rId78" Type="http://schemas.openxmlformats.org/officeDocument/2006/relationships/image" Target="../media/image-17-78.svg"/><Relationship Id="rId79" Type="http://schemas.openxmlformats.org/officeDocument/2006/relationships/image" Target="../media/image-17-79.png"/><Relationship Id="rId80" Type="http://schemas.openxmlformats.org/officeDocument/2006/relationships/image" Target="../media/image-17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sv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sv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svg"/><Relationship Id="rId17" Type="http://schemas.openxmlformats.org/officeDocument/2006/relationships/image" Target="../media/image-18-17.png"/><Relationship Id="rId18" Type="http://schemas.openxmlformats.org/officeDocument/2006/relationships/image" Target="../media/image-18-18.svg"/><Relationship Id="rId19" Type="http://schemas.openxmlformats.org/officeDocument/2006/relationships/image" Target="../media/image-18-19.png"/><Relationship Id="rId20" Type="http://schemas.openxmlformats.org/officeDocument/2006/relationships/image" Target="../media/image-18-20.svg"/><Relationship Id="rId21" Type="http://schemas.openxmlformats.org/officeDocument/2006/relationships/image" Target="../media/image-18-21.png"/><Relationship Id="rId22" Type="http://schemas.openxmlformats.org/officeDocument/2006/relationships/image" Target="../media/image-18-22.svg"/><Relationship Id="rId23" Type="http://schemas.openxmlformats.org/officeDocument/2006/relationships/image" Target="../media/image-18-23.png"/><Relationship Id="rId24" Type="http://schemas.openxmlformats.org/officeDocument/2006/relationships/image" Target="../media/image-18-24.svg"/><Relationship Id="rId25" Type="http://schemas.openxmlformats.org/officeDocument/2006/relationships/image" Target="../media/image-18-25.png"/><Relationship Id="rId26" Type="http://schemas.openxmlformats.org/officeDocument/2006/relationships/image" Target="../media/image-18-26.svg"/><Relationship Id="rId27" Type="http://schemas.openxmlformats.org/officeDocument/2006/relationships/image" Target="../media/image-18-27.png"/><Relationship Id="rId28" Type="http://schemas.openxmlformats.org/officeDocument/2006/relationships/image" Target="../media/image-18-28.svg"/><Relationship Id="rId29" Type="http://schemas.openxmlformats.org/officeDocument/2006/relationships/image" Target="../media/image-18-29.png"/><Relationship Id="rId30" Type="http://schemas.openxmlformats.org/officeDocument/2006/relationships/image" Target="../media/image-18-30.svg"/><Relationship Id="rId31" Type="http://schemas.openxmlformats.org/officeDocument/2006/relationships/image" Target="../media/image-18-31.png"/><Relationship Id="rId32" Type="http://schemas.openxmlformats.org/officeDocument/2006/relationships/image" Target="../media/image-18-32.svg"/><Relationship Id="rId33" Type="http://schemas.openxmlformats.org/officeDocument/2006/relationships/image" Target="../media/image-18-33.png"/><Relationship Id="rId34" Type="http://schemas.openxmlformats.org/officeDocument/2006/relationships/image" Target="../media/image-18-34.svg"/><Relationship Id="rId35" Type="http://schemas.openxmlformats.org/officeDocument/2006/relationships/image" Target="../media/image-18-35.png"/><Relationship Id="rId36" Type="http://schemas.openxmlformats.org/officeDocument/2006/relationships/image" Target="../media/image-18-36.svg"/><Relationship Id="rId37" Type="http://schemas.openxmlformats.org/officeDocument/2006/relationships/image" Target="../media/image-18-37.png"/><Relationship Id="rId38" Type="http://schemas.openxmlformats.org/officeDocument/2006/relationships/image" Target="../media/image-18-38.svg"/><Relationship Id="rId39" Type="http://schemas.openxmlformats.org/officeDocument/2006/relationships/image" Target="../media/image-18-39.png"/><Relationship Id="rId40" Type="http://schemas.openxmlformats.org/officeDocument/2006/relationships/image" Target="../media/image-18-40.svg"/><Relationship Id="rId41" Type="http://schemas.openxmlformats.org/officeDocument/2006/relationships/image" Target="../media/image-18-41.png"/><Relationship Id="rId42" Type="http://schemas.openxmlformats.org/officeDocument/2006/relationships/image" Target="../media/image-18-42.svg"/><Relationship Id="rId43" Type="http://schemas.openxmlformats.org/officeDocument/2006/relationships/image" Target="../media/image-18-43.png"/><Relationship Id="rId44" Type="http://schemas.openxmlformats.org/officeDocument/2006/relationships/image" Target="../media/image-18-44.svg"/><Relationship Id="rId45" Type="http://schemas.openxmlformats.org/officeDocument/2006/relationships/image" Target="../media/image-18-45.png"/><Relationship Id="rId46" Type="http://schemas.openxmlformats.org/officeDocument/2006/relationships/image" Target="../media/image-18-46.svg"/><Relationship Id="rId47" Type="http://schemas.openxmlformats.org/officeDocument/2006/relationships/image" Target="../media/image-18-47.png"/><Relationship Id="rId48" Type="http://schemas.openxmlformats.org/officeDocument/2006/relationships/image" Target="../media/image-18-48.svg"/><Relationship Id="rId49" Type="http://schemas.openxmlformats.org/officeDocument/2006/relationships/image" Target="../media/image-18-49.png"/><Relationship Id="rId50" Type="http://schemas.openxmlformats.org/officeDocument/2006/relationships/image" Target="../media/image-18-50.svg"/><Relationship Id="rId51" Type="http://schemas.openxmlformats.org/officeDocument/2006/relationships/image" Target="../media/image-18-51.png"/><Relationship Id="rId52" Type="http://schemas.openxmlformats.org/officeDocument/2006/relationships/image" Target="../media/image-18-52.svg"/><Relationship Id="rId53" Type="http://schemas.openxmlformats.org/officeDocument/2006/relationships/image" Target="../media/image-18-53.png"/><Relationship Id="rId54" Type="http://schemas.openxmlformats.org/officeDocument/2006/relationships/image" Target="../media/image-18-54.svg"/><Relationship Id="rId55" Type="http://schemas.openxmlformats.org/officeDocument/2006/relationships/image" Target="../media/image-18-55.png"/><Relationship Id="rId56" Type="http://schemas.openxmlformats.org/officeDocument/2006/relationships/image" Target="../media/image-18-56.svg"/><Relationship Id="rId57" Type="http://schemas.openxmlformats.org/officeDocument/2006/relationships/image" Target="../media/image-18-57.png"/><Relationship Id="rId58" Type="http://schemas.openxmlformats.org/officeDocument/2006/relationships/image" Target="../media/image-18-58.svg"/><Relationship Id="rId59" Type="http://schemas.openxmlformats.org/officeDocument/2006/relationships/image" Target="../media/image-18-59.png"/><Relationship Id="rId60" Type="http://schemas.openxmlformats.org/officeDocument/2006/relationships/image" Target="../media/image-18-60.svg"/><Relationship Id="rId61" Type="http://schemas.openxmlformats.org/officeDocument/2006/relationships/image" Target="../media/image-18-61.png"/><Relationship Id="rId62" Type="http://schemas.openxmlformats.org/officeDocument/2006/relationships/image" Target="../media/image-18-62.svg"/><Relationship Id="rId63" Type="http://schemas.openxmlformats.org/officeDocument/2006/relationships/image" Target="../media/image-18-63.png"/><Relationship Id="rId64" Type="http://schemas.openxmlformats.org/officeDocument/2006/relationships/image" Target="../media/image-18-64.svg"/><Relationship Id="rId65" Type="http://schemas.openxmlformats.org/officeDocument/2006/relationships/image" Target="../media/image-18-65.png"/><Relationship Id="rId66" Type="http://schemas.openxmlformats.org/officeDocument/2006/relationships/image" Target="../media/image-18-66.svg"/><Relationship Id="rId67" Type="http://schemas.openxmlformats.org/officeDocument/2006/relationships/image" Target="../media/image-18-67.png"/><Relationship Id="rId68" Type="http://schemas.openxmlformats.org/officeDocument/2006/relationships/image" Target="../media/image-18-68.svg"/><Relationship Id="rId69" Type="http://schemas.openxmlformats.org/officeDocument/2006/relationships/image" Target="../media/image-18-69.png"/><Relationship Id="rId70" Type="http://schemas.openxmlformats.org/officeDocument/2006/relationships/image" Target="../media/image-18-70.svg"/><Relationship Id="rId71" Type="http://schemas.openxmlformats.org/officeDocument/2006/relationships/image" Target="../media/image-18-71.png"/><Relationship Id="rId72" Type="http://schemas.openxmlformats.org/officeDocument/2006/relationships/image" Target="../media/image-18-72.svg"/><Relationship Id="rId73" Type="http://schemas.openxmlformats.org/officeDocument/2006/relationships/image" Target="../media/image-18-73.png"/><Relationship Id="rId74" Type="http://schemas.openxmlformats.org/officeDocument/2006/relationships/image" Target="../media/image-18-74.svg"/><Relationship Id="rId75" Type="http://schemas.openxmlformats.org/officeDocument/2006/relationships/image" Target="../media/image-18-75.png"/><Relationship Id="rId76" Type="http://schemas.openxmlformats.org/officeDocument/2006/relationships/image" Target="../media/image-18-76.svg"/><Relationship Id="rId77" Type="http://schemas.openxmlformats.org/officeDocument/2006/relationships/image" Target="../media/image-18-77.png"/><Relationship Id="rId78" Type="http://schemas.openxmlformats.org/officeDocument/2006/relationships/image" Target="../media/image-18-78.svg"/><Relationship Id="rId79" Type="http://schemas.openxmlformats.org/officeDocument/2006/relationships/image" Target="../media/image-18-79.png"/><Relationship Id="rId80" Type="http://schemas.openxmlformats.org/officeDocument/2006/relationships/image" Target="../media/image-18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image" Target="../media/image-19-9.png"/><Relationship Id="rId10" Type="http://schemas.openxmlformats.org/officeDocument/2006/relationships/image" Target="../media/image-19-10.sv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sv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sv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svg"/><Relationship Id="rId17" Type="http://schemas.openxmlformats.org/officeDocument/2006/relationships/image" Target="../media/image-19-17.png"/><Relationship Id="rId18" Type="http://schemas.openxmlformats.org/officeDocument/2006/relationships/image" Target="../media/image-19-18.svg"/><Relationship Id="rId19" Type="http://schemas.openxmlformats.org/officeDocument/2006/relationships/image" Target="../media/image-19-19.png"/><Relationship Id="rId20" Type="http://schemas.openxmlformats.org/officeDocument/2006/relationships/image" Target="../media/image-19-20.svg"/><Relationship Id="rId21" Type="http://schemas.openxmlformats.org/officeDocument/2006/relationships/image" Target="../media/image-19-21.png"/><Relationship Id="rId22" Type="http://schemas.openxmlformats.org/officeDocument/2006/relationships/image" Target="../media/image-19-22.svg"/><Relationship Id="rId23" Type="http://schemas.openxmlformats.org/officeDocument/2006/relationships/image" Target="../media/image-19-23.png"/><Relationship Id="rId24" Type="http://schemas.openxmlformats.org/officeDocument/2006/relationships/image" Target="../media/image-19-24.svg"/><Relationship Id="rId25" Type="http://schemas.openxmlformats.org/officeDocument/2006/relationships/image" Target="../media/image-19-25.png"/><Relationship Id="rId26" Type="http://schemas.openxmlformats.org/officeDocument/2006/relationships/image" Target="../media/image-19-26.svg"/><Relationship Id="rId27" Type="http://schemas.openxmlformats.org/officeDocument/2006/relationships/image" Target="../media/image-19-27.png"/><Relationship Id="rId28" Type="http://schemas.openxmlformats.org/officeDocument/2006/relationships/image" Target="../media/image-19-28.svg"/><Relationship Id="rId29" Type="http://schemas.openxmlformats.org/officeDocument/2006/relationships/image" Target="../media/image-19-29.png"/><Relationship Id="rId30" Type="http://schemas.openxmlformats.org/officeDocument/2006/relationships/image" Target="../media/image-19-30.svg"/><Relationship Id="rId31" Type="http://schemas.openxmlformats.org/officeDocument/2006/relationships/image" Target="../media/image-19-31.png"/><Relationship Id="rId32" Type="http://schemas.openxmlformats.org/officeDocument/2006/relationships/image" Target="../media/image-19-32.svg"/><Relationship Id="rId33" Type="http://schemas.openxmlformats.org/officeDocument/2006/relationships/image" Target="../media/image-19-33.png"/><Relationship Id="rId34" Type="http://schemas.openxmlformats.org/officeDocument/2006/relationships/image" Target="../media/image-19-34.svg"/><Relationship Id="rId35" Type="http://schemas.openxmlformats.org/officeDocument/2006/relationships/image" Target="../media/image-19-35.png"/><Relationship Id="rId36" Type="http://schemas.openxmlformats.org/officeDocument/2006/relationships/image" Target="../media/image-19-36.svg"/><Relationship Id="rId37" Type="http://schemas.openxmlformats.org/officeDocument/2006/relationships/image" Target="../media/image-19-37.png"/><Relationship Id="rId38" Type="http://schemas.openxmlformats.org/officeDocument/2006/relationships/image" Target="../media/image-19-38.svg"/><Relationship Id="rId39" Type="http://schemas.openxmlformats.org/officeDocument/2006/relationships/image" Target="../media/image-19-39.png"/><Relationship Id="rId40" Type="http://schemas.openxmlformats.org/officeDocument/2006/relationships/image" Target="../media/image-19-40.svg"/><Relationship Id="rId41" Type="http://schemas.openxmlformats.org/officeDocument/2006/relationships/image" Target="../media/image-19-41.png"/><Relationship Id="rId42" Type="http://schemas.openxmlformats.org/officeDocument/2006/relationships/image" Target="../media/image-19-42.svg"/><Relationship Id="rId43" Type="http://schemas.openxmlformats.org/officeDocument/2006/relationships/image" Target="../media/image-19-43.png"/><Relationship Id="rId44" Type="http://schemas.openxmlformats.org/officeDocument/2006/relationships/image" Target="../media/image-19-44.svg"/><Relationship Id="rId45" Type="http://schemas.openxmlformats.org/officeDocument/2006/relationships/image" Target="../media/image-19-45.png"/><Relationship Id="rId46" Type="http://schemas.openxmlformats.org/officeDocument/2006/relationships/image" Target="../media/image-19-46.svg"/><Relationship Id="rId47" Type="http://schemas.openxmlformats.org/officeDocument/2006/relationships/image" Target="../media/image-19-47.png"/><Relationship Id="rId48" Type="http://schemas.openxmlformats.org/officeDocument/2006/relationships/image" Target="../media/image-19-48.svg"/><Relationship Id="rId49" Type="http://schemas.openxmlformats.org/officeDocument/2006/relationships/image" Target="../media/image-19-49.png"/><Relationship Id="rId50" Type="http://schemas.openxmlformats.org/officeDocument/2006/relationships/image" Target="../media/image-19-50.svg"/><Relationship Id="rId51" Type="http://schemas.openxmlformats.org/officeDocument/2006/relationships/image" Target="../media/image-19-51.png"/><Relationship Id="rId52" Type="http://schemas.openxmlformats.org/officeDocument/2006/relationships/image" Target="../media/image-19-52.svg"/><Relationship Id="rId53" Type="http://schemas.openxmlformats.org/officeDocument/2006/relationships/image" Target="../media/image-19-53.png"/><Relationship Id="rId54" Type="http://schemas.openxmlformats.org/officeDocument/2006/relationships/image" Target="../media/image-19-54.svg"/><Relationship Id="rId55" Type="http://schemas.openxmlformats.org/officeDocument/2006/relationships/image" Target="../media/image-19-55.png"/><Relationship Id="rId56" Type="http://schemas.openxmlformats.org/officeDocument/2006/relationships/image" Target="../media/image-19-56.svg"/><Relationship Id="rId57" Type="http://schemas.openxmlformats.org/officeDocument/2006/relationships/image" Target="../media/image-19-57.png"/><Relationship Id="rId58" Type="http://schemas.openxmlformats.org/officeDocument/2006/relationships/image" Target="../media/image-19-58.svg"/><Relationship Id="rId59" Type="http://schemas.openxmlformats.org/officeDocument/2006/relationships/image" Target="../media/image-19-59.png"/><Relationship Id="rId60" Type="http://schemas.openxmlformats.org/officeDocument/2006/relationships/image" Target="../media/image-19-60.svg"/><Relationship Id="rId61" Type="http://schemas.openxmlformats.org/officeDocument/2006/relationships/image" Target="../media/image-19-61.png"/><Relationship Id="rId62" Type="http://schemas.openxmlformats.org/officeDocument/2006/relationships/image" Target="../media/image-19-62.svg"/><Relationship Id="rId63" Type="http://schemas.openxmlformats.org/officeDocument/2006/relationships/image" Target="../media/image-19-63.png"/><Relationship Id="rId64" Type="http://schemas.openxmlformats.org/officeDocument/2006/relationships/image" Target="../media/image-19-64.svg"/><Relationship Id="rId65" Type="http://schemas.openxmlformats.org/officeDocument/2006/relationships/image" Target="../media/image-19-65.png"/><Relationship Id="rId66" Type="http://schemas.openxmlformats.org/officeDocument/2006/relationships/image" Target="../media/image-19-66.svg"/><Relationship Id="rId67" Type="http://schemas.openxmlformats.org/officeDocument/2006/relationships/image" Target="../media/image-19-67.png"/><Relationship Id="rId68" Type="http://schemas.openxmlformats.org/officeDocument/2006/relationships/image" Target="../media/image-19-68.svg"/><Relationship Id="rId69" Type="http://schemas.openxmlformats.org/officeDocument/2006/relationships/image" Target="../media/image-19-69.png"/><Relationship Id="rId70" Type="http://schemas.openxmlformats.org/officeDocument/2006/relationships/image" Target="../media/image-19-70.svg"/><Relationship Id="rId71" Type="http://schemas.openxmlformats.org/officeDocument/2006/relationships/image" Target="../media/image-19-71.png"/><Relationship Id="rId72" Type="http://schemas.openxmlformats.org/officeDocument/2006/relationships/image" Target="../media/image-19-72.svg"/><Relationship Id="rId73" Type="http://schemas.openxmlformats.org/officeDocument/2006/relationships/image" Target="../media/image-19-73.png"/><Relationship Id="rId74" Type="http://schemas.openxmlformats.org/officeDocument/2006/relationships/image" Target="../media/image-19-74.svg"/><Relationship Id="rId75" Type="http://schemas.openxmlformats.org/officeDocument/2006/relationships/image" Target="../media/image-19-75.png"/><Relationship Id="rId76" Type="http://schemas.openxmlformats.org/officeDocument/2006/relationships/image" Target="../media/image-19-76.svg"/><Relationship Id="rId77" Type="http://schemas.openxmlformats.org/officeDocument/2006/relationships/image" Target="../media/image-19-77.png"/><Relationship Id="rId78" Type="http://schemas.openxmlformats.org/officeDocument/2006/relationships/image" Target="../media/image-19-78.svg"/><Relationship Id="rId79" Type="http://schemas.openxmlformats.org/officeDocument/2006/relationships/image" Target="../media/image-19-79.png"/><Relationship Id="rId80" Type="http://schemas.openxmlformats.org/officeDocument/2006/relationships/image" Target="../media/image-19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image" Target="../media/image-20-7.png"/><Relationship Id="rId8" Type="http://schemas.openxmlformats.org/officeDocument/2006/relationships/image" Target="../media/image-20-8.svg"/><Relationship Id="rId9" Type="http://schemas.openxmlformats.org/officeDocument/2006/relationships/image" Target="../media/image-20-9.png"/><Relationship Id="rId10" Type="http://schemas.openxmlformats.org/officeDocument/2006/relationships/image" Target="../media/image-20-10.sv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sv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svg"/><Relationship Id="rId15" Type="http://schemas.openxmlformats.org/officeDocument/2006/relationships/image" Target="../media/image-20-15.png"/><Relationship Id="rId16" Type="http://schemas.openxmlformats.org/officeDocument/2006/relationships/image" Target="../media/image-20-16.svg"/><Relationship Id="rId17" Type="http://schemas.openxmlformats.org/officeDocument/2006/relationships/image" Target="../media/image-20-17.png"/><Relationship Id="rId18" Type="http://schemas.openxmlformats.org/officeDocument/2006/relationships/image" Target="../media/image-20-18.svg"/><Relationship Id="rId19" Type="http://schemas.openxmlformats.org/officeDocument/2006/relationships/image" Target="../media/image-20-19.png"/><Relationship Id="rId20" Type="http://schemas.openxmlformats.org/officeDocument/2006/relationships/image" Target="../media/image-20-20.svg"/><Relationship Id="rId21" Type="http://schemas.openxmlformats.org/officeDocument/2006/relationships/image" Target="../media/image-20-21.png"/><Relationship Id="rId22" Type="http://schemas.openxmlformats.org/officeDocument/2006/relationships/image" Target="../media/image-20-22.svg"/><Relationship Id="rId23" Type="http://schemas.openxmlformats.org/officeDocument/2006/relationships/image" Target="../media/image-20-23.png"/><Relationship Id="rId24" Type="http://schemas.openxmlformats.org/officeDocument/2006/relationships/image" Target="../media/image-20-24.svg"/><Relationship Id="rId25" Type="http://schemas.openxmlformats.org/officeDocument/2006/relationships/image" Target="../media/image-20-25.png"/><Relationship Id="rId26" Type="http://schemas.openxmlformats.org/officeDocument/2006/relationships/image" Target="../media/image-20-26.svg"/><Relationship Id="rId27" Type="http://schemas.openxmlformats.org/officeDocument/2006/relationships/image" Target="../media/image-20-27.png"/><Relationship Id="rId28" Type="http://schemas.openxmlformats.org/officeDocument/2006/relationships/image" Target="../media/image-20-28.svg"/><Relationship Id="rId29" Type="http://schemas.openxmlformats.org/officeDocument/2006/relationships/image" Target="../media/image-20-29.png"/><Relationship Id="rId30" Type="http://schemas.openxmlformats.org/officeDocument/2006/relationships/image" Target="../media/image-20-30.svg"/><Relationship Id="rId31" Type="http://schemas.openxmlformats.org/officeDocument/2006/relationships/image" Target="../media/image-20-31.png"/><Relationship Id="rId32" Type="http://schemas.openxmlformats.org/officeDocument/2006/relationships/image" Target="../media/image-20-32.svg"/><Relationship Id="rId33" Type="http://schemas.openxmlformats.org/officeDocument/2006/relationships/image" Target="../media/image-20-33.png"/><Relationship Id="rId34" Type="http://schemas.openxmlformats.org/officeDocument/2006/relationships/image" Target="../media/image-20-34.svg"/><Relationship Id="rId35" Type="http://schemas.openxmlformats.org/officeDocument/2006/relationships/image" Target="../media/image-20-35.png"/><Relationship Id="rId36" Type="http://schemas.openxmlformats.org/officeDocument/2006/relationships/image" Target="../media/image-20-36.svg"/><Relationship Id="rId37" Type="http://schemas.openxmlformats.org/officeDocument/2006/relationships/image" Target="../media/image-20-37.png"/><Relationship Id="rId38" Type="http://schemas.openxmlformats.org/officeDocument/2006/relationships/image" Target="../media/image-20-38.svg"/><Relationship Id="rId39" Type="http://schemas.openxmlformats.org/officeDocument/2006/relationships/image" Target="../media/image-20-39.png"/><Relationship Id="rId40" Type="http://schemas.openxmlformats.org/officeDocument/2006/relationships/image" Target="../media/image-20-40.svg"/><Relationship Id="rId41" Type="http://schemas.openxmlformats.org/officeDocument/2006/relationships/image" Target="../media/image-20-41.png"/><Relationship Id="rId42" Type="http://schemas.openxmlformats.org/officeDocument/2006/relationships/image" Target="../media/image-20-42.svg"/><Relationship Id="rId43" Type="http://schemas.openxmlformats.org/officeDocument/2006/relationships/image" Target="../media/image-20-43.png"/><Relationship Id="rId44" Type="http://schemas.openxmlformats.org/officeDocument/2006/relationships/image" Target="../media/image-20-44.svg"/><Relationship Id="rId45" Type="http://schemas.openxmlformats.org/officeDocument/2006/relationships/image" Target="../media/image-20-45.png"/><Relationship Id="rId46" Type="http://schemas.openxmlformats.org/officeDocument/2006/relationships/image" Target="../media/image-20-46.svg"/><Relationship Id="rId47" Type="http://schemas.openxmlformats.org/officeDocument/2006/relationships/image" Target="../media/image-20-47.png"/><Relationship Id="rId48" Type="http://schemas.openxmlformats.org/officeDocument/2006/relationships/image" Target="../media/image-20-48.svg"/><Relationship Id="rId49" Type="http://schemas.openxmlformats.org/officeDocument/2006/relationships/image" Target="../media/image-20-49.png"/><Relationship Id="rId50" Type="http://schemas.openxmlformats.org/officeDocument/2006/relationships/image" Target="../media/image-20-50.svg"/><Relationship Id="rId51" Type="http://schemas.openxmlformats.org/officeDocument/2006/relationships/image" Target="../media/image-20-51.png"/><Relationship Id="rId52" Type="http://schemas.openxmlformats.org/officeDocument/2006/relationships/image" Target="../media/image-20-52.svg"/><Relationship Id="rId53" Type="http://schemas.openxmlformats.org/officeDocument/2006/relationships/image" Target="../media/image-20-53.png"/><Relationship Id="rId54" Type="http://schemas.openxmlformats.org/officeDocument/2006/relationships/image" Target="../media/image-20-54.svg"/><Relationship Id="rId55" Type="http://schemas.openxmlformats.org/officeDocument/2006/relationships/image" Target="../media/image-20-55.png"/><Relationship Id="rId56" Type="http://schemas.openxmlformats.org/officeDocument/2006/relationships/image" Target="../media/image-20-56.svg"/><Relationship Id="rId57" Type="http://schemas.openxmlformats.org/officeDocument/2006/relationships/image" Target="../media/image-20-57.png"/><Relationship Id="rId58" Type="http://schemas.openxmlformats.org/officeDocument/2006/relationships/image" Target="../media/image-20-58.svg"/><Relationship Id="rId59" Type="http://schemas.openxmlformats.org/officeDocument/2006/relationships/image" Target="../media/image-20-59.png"/><Relationship Id="rId60" Type="http://schemas.openxmlformats.org/officeDocument/2006/relationships/image" Target="../media/image-20-60.svg"/><Relationship Id="rId61" Type="http://schemas.openxmlformats.org/officeDocument/2006/relationships/image" Target="../media/image-20-61.png"/><Relationship Id="rId62" Type="http://schemas.openxmlformats.org/officeDocument/2006/relationships/image" Target="../media/image-20-62.svg"/><Relationship Id="rId63" Type="http://schemas.openxmlformats.org/officeDocument/2006/relationships/image" Target="../media/image-20-63.png"/><Relationship Id="rId64" Type="http://schemas.openxmlformats.org/officeDocument/2006/relationships/image" Target="../media/image-20-64.svg"/><Relationship Id="rId65" Type="http://schemas.openxmlformats.org/officeDocument/2006/relationships/image" Target="../media/image-20-65.png"/><Relationship Id="rId66" Type="http://schemas.openxmlformats.org/officeDocument/2006/relationships/image" Target="../media/image-20-66.svg"/><Relationship Id="rId67" Type="http://schemas.openxmlformats.org/officeDocument/2006/relationships/image" Target="../media/image-20-67.png"/><Relationship Id="rId68" Type="http://schemas.openxmlformats.org/officeDocument/2006/relationships/image" Target="../media/image-20-68.svg"/><Relationship Id="rId69" Type="http://schemas.openxmlformats.org/officeDocument/2006/relationships/image" Target="../media/image-20-69.png"/><Relationship Id="rId70" Type="http://schemas.openxmlformats.org/officeDocument/2006/relationships/image" Target="../media/image-20-70.svg"/><Relationship Id="rId71" Type="http://schemas.openxmlformats.org/officeDocument/2006/relationships/image" Target="../media/image-20-71.png"/><Relationship Id="rId72" Type="http://schemas.openxmlformats.org/officeDocument/2006/relationships/image" Target="../media/image-20-72.svg"/><Relationship Id="rId73" Type="http://schemas.openxmlformats.org/officeDocument/2006/relationships/image" Target="../media/image-20-73.png"/><Relationship Id="rId74" Type="http://schemas.openxmlformats.org/officeDocument/2006/relationships/image" Target="../media/image-20-74.svg"/><Relationship Id="rId75" Type="http://schemas.openxmlformats.org/officeDocument/2006/relationships/image" Target="../media/image-20-75.png"/><Relationship Id="rId76" Type="http://schemas.openxmlformats.org/officeDocument/2006/relationships/image" Target="../media/image-20-76.svg"/><Relationship Id="rId77" Type="http://schemas.openxmlformats.org/officeDocument/2006/relationships/image" Target="../media/image-20-77.png"/><Relationship Id="rId78" Type="http://schemas.openxmlformats.org/officeDocument/2006/relationships/image" Target="../media/image-20-78.svg"/><Relationship Id="rId79" Type="http://schemas.openxmlformats.org/officeDocument/2006/relationships/image" Target="../media/image-20-79.png"/><Relationship Id="rId80" Type="http://schemas.openxmlformats.org/officeDocument/2006/relationships/image" Target="../media/image-20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image" Target="../media/image-21-7.png"/><Relationship Id="rId8" Type="http://schemas.openxmlformats.org/officeDocument/2006/relationships/image" Target="../media/image-21-8.svg"/><Relationship Id="rId9" Type="http://schemas.openxmlformats.org/officeDocument/2006/relationships/image" Target="../media/image-21-9.png"/><Relationship Id="rId10" Type="http://schemas.openxmlformats.org/officeDocument/2006/relationships/image" Target="../media/image-21-10.sv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sv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svg"/><Relationship Id="rId15" Type="http://schemas.openxmlformats.org/officeDocument/2006/relationships/image" Target="../media/image-21-15.png"/><Relationship Id="rId16" Type="http://schemas.openxmlformats.org/officeDocument/2006/relationships/image" Target="../media/image-21-16.svg"/><Relationship Id="rId17" Type="http://schemas.openxmlformats.org/officeDocument/2006/relationships/image" Target="../media/image-21-17.png"/><Relationship Id="rId18" Type="http://schemas.openxmlformats.org/officeDocument/2006/relationships/image" Target="../media/image-21-18.svg"/><Relationship Id="rId19" Type="http://schemas.openxmlformats.org/officeDocument/2006/relationships/image" Target="../media/image-21-19.png"/><Relationship Id="rId20" Type="http://schemas.openxmlformats.org/officeDocument/2006/relationships/image" Target="../media/image-21-20.svg"/><Relationship Id="rId21" Type="http://schemas.openxmlformats.org/officeDocument/2006/relationships/image" Target="../media/image-21-21.png"/><Relationship Id="rId22" Type="http://schemas.openxmlformats.org/officeDocument/2006/relationships/image" Target="../media/image-21-22.svg"/><Relationship Id="rId23" Type="http://schemas.openxmlformats.org/officeDocument/2006/relationships/image" Target="../media/image-21-23.png"/><Relationship Id="rId24" Type="http://schemas.openxmlformats.org/officeDocument/2006/relationships/image" Target="../media/image-21-24.svg"/><Relationship Id="rId25" Type="http://schemas.openxmlformats.org/officeDocument/2006/relationships/image" Target="../media/image-21-25.png"/><Relationship Id="rId26" Type="http://schemas.openxmlformats.org/officeDocument/2006/relationships/image" Target="../media/image-21-26.svg"/><Relationship Id="rId27" Type="http://schemas.openxmlformats.org/officeDocument/2006/relationships/image" Target="../media/image-21-27.png"/><Relationship Id="rId28" Type="http://schemas.openxmlformats.org/officeDocument/2006/relationships/image" Target="../media/image-21-28.svg"/><Relationship Id="rId29" Type="http://schemas.openxmlformats.org/officeDocument/2006/relationships/image" Target="../media/image-21-29.png"/><Relationship Id="rId30" Type="http://schemas.openxmlformats.org/officeDocument/2006/relationships/image" Target="../media/image-21-30.svg"/><Relationship Id="rId31" Type="http://schemas.openxmlformats.org/officeDocument/2006/relationships/image" Target="../media/image-21-31.png"/><Relationship Id="rId32" Type="http://schemas.openxmlformats.org/officeDocument/2006/relationships/image" Target="../media/image-21-32.svg"/><Relationship Id="rId33" Type="http://schemas.openxmlformats.org/officeDocument/2006/relationships/image" Target="../media/image-21-33.png"/><Relationship Id="rId34" Type="http://schemas.openxmlformats.org/officeDocument/2006/relationships/image" Target="../media/image-21-34.svg"/><Relationship Id="rId35" Type="http://schemas.openxmlformats.org/officeDocument/2006/relationships/image" Target="../media/image-21-35.png"/><Relationship Id="rId36" Type="http://schemas.openxmlformats.org/officeDocument/2006/relationships/image" Target="../media/image-21-36.svg"/><Relationship Id="rId37" Type="http://schemas.openxmlformats.org/officeDocument/2006/relationships/image" Target="../media/image-21-37.png"/><Relationship Id="rId38" Type="http://schemas.openxmlformats.org/officeDocument/2006/relationships/image" Target="../media/image-21-38.svg"/><Relationship Id="rId39" Type="http://schemas.openxmlformats.org/officeDocument/2006/relationships/image" Target="../media/image-21-39.png"/><Relationship Id="rId40" Type="http://schemas.openxmlformats.org/officeDocument/2006/relationships/image" Target="../media/image-21-40.svg"/><Relationship Id="rId41" Type="http://schemas.openxmlformats.org/officeDocument/2006/relationships/image" Target="../media/image-21-41.png"/><Relationship Id="rId42" Type="http://schemas.openxmlformats.org/officeDocument/2006/relationships/image" Target="../media/image-21-42.svg"/><Relationship Id="rId43" Type="http://schemas.openxmlformats.org/officeDocument/2006/relationships/image" Target="../media/image-21-43.png"/><Relationship Id="rId44" Type="http://schemas.openxmlformats.org/officeDocument/2006/relationships/image" Target="../media/image-21-44.svg"/><Relationship Id="rId45" Type="http://schemas.openxmlformats.org/officeDocument/2006/relationships/image" Target="../media/image-21-45.png"/><Relationship Id="rId46" Type="http://schemas.openxmlformats.org/officeDocument/2006/relationships/image" Target="../media/image-21-46.svg"/><Relationship Id="rId47" Type="http://schemas.openxmlformats.org/officeDocument/2006/relationships/image" Target="../media/image-21-47.png"/><Relationship Id="rId48" Type="http://schemas.openxmlformats.org/officeDocument/2006/relationships/image" Target="../media/image-21-48.svg"/><Relationship Id="rId49" Type="http://schemas.openxmlformats.org/officeDocument/2006/relationships/image" Target="../media/image-21-49.png"/><Relationship Id="rId50" Type="http://schemas.openxmlformats.org/officeDocument/2006/relationships/image" Target="../media/image-21-50.svg"/><Relationship Id="rId51" Type="http://schemas.openxmlformats.org/officeDocument/2006/relationships/image" Target="../media/image-21-51.png"/><Relationship Id="rId52" Type="http://schemas.openxmlformats.org/officeDocument/2006/relationships/image" Target="../media/image-21-52.svg"/><Relationship Id="rId53" Type="http://schemas.openxmlformats.org/officeDocument/2006/relationships/image" Target="../media/image-21-53.png"/><Relationship Id="rId54" Type="http://schemas.openxmlformats.org/officeDocument/2006/relationships/image" Target="../media/image-21-54.svg"/><Relationship Id="rId55" Type="http://schemas.openxmlformats.org/officeDocument/2006/relationships/image" Target="../media/image-21-55.png"/><Relationship Id="rId56" Type="http://schemas.openxmlformats.org/officeDocument/2006/relationships/image" Target="../media/image-21-56.svg"/><Relationship Id="rId57" Type="http://schemas.openxmlformats.org/officeDocument/2006/relationships/image" Target="../media/image-21-57.png"/><Relationship Id="rId58" Type="http://schemas.openxmlformats.org/officeDocument/2006/relationships/image" Target="../media/image-21-58.svg"/><Relationship Id="rId59" Type="http://schemas.openxmlformats.org/officeDocument/2006/relationships/image" Target="../media/image-21-59.png"/><Relationship Id="rId60" Type="http://schemas.openxmlformats.org/officeDocument/2006/relationships/image" Target="../media/image-21-60.svg"/><Relationship Id="rId61" Type="http://schemas.openxmlformats.org/officeDocument/2006/relationships/image" Target="../media/image-21-61.png"/><Relationship Id="rId62" Type="http://schemas.openxmlformats.org/officeDocument/2006/relationships/image" Target="../media/image-21-62.svg"/><Relationship Id="rId63" Type="http://schemas.openxmlformats.org/officeDocument/2006/relationships/image" Target="../media/image-21-63.png"/><Relationship Id="rId64" Type="http://schemas.openxmlformats.org/officeDocument/2006/relationships/image" Target="../media/image-21-64.svg"/><Relationship Id="rId65" Type="http://schemas.openxmlformats.org/officeDocument/2006/relationships/image" Target="../media/image-21-65.png"/><Relationship Id="rId66" Type="http://schemas.openxmlformats.org/officeDocument/2006/relationships/image" Target="../media/image-21-66.svg"/><Relationship Id="rId67" Type="http://schemas.openxmlformats.org/officeDocument/2006/relationships/image" Target="../media/image-21-67.png"/><Relationship Id="rId68" Type="http://schemas.openxmlformats.org/officeDocument/2006/relationships/image" Target="../media/image-21-68.svg"/><Relationship Id="rId69" Type="http://schemas.openxmlformats.org/officeDocument/2006/relationships/image" Target="../media/image-21-69.png"/><Relationship Id="rId70" Type="http://schemas.openxmlformats.org/officeDocument/2006/relationships/image" Target="../media/image-21-70.svg"/><Relationship Id="rId71" Type="http://schemas.openxmlformats.org/officeDocument/2006/relationships/image" Target="../media/image-21-71.png"/><Relationship Id="rId72" Type="http://schemas.openxmlformats.org/officeDocument/2006/relationships/image" Target="../media/image-21-72.svg"/><Relationship Id="rId73" Type="http://schemas.openxmlformats.org/officeDocument/2006/relationships/image" Target="../media/image-21-73.png"/><Relationship Id="rId74" Type="http://schemas.openxmlformats.org/officeDocument/2006/relationships/image" Target="../media/image-21-74.svg"/><Relationship Id="rId75" Type="http://schemas.openxmlformats.org/officeDocument/2006/relationships/image" Target="../media/image-21-75.png"/><Relationship Id="rId76" Type="http://schemas.openxmlformats.org/officeDocument/2006/relationships/image" Target="../media/image-21-76.svg"/><Relationship Id="rId77" Type="http://schemas.openxmlformats.org/officeDocument/2006/relationships/image" Target="../media/image-21-77.png"/><Relationship Id="rId78" Type="http://schemas.openxmlformats.org/officeDocument/2006/relationships/image" Target="../media/image-21-78.svg"/><Relationship Id="rId79" Type="http://schemas.openxmlformats.org/officeDocument/2006/relationships/image" Target="../media/image-21-79.png"/><Relationship Id="rId80" Type="http://schemas.openxmlformats.org/officeDocument/2006/relationships/image" Target="../media/image-21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image" Target="../media/image-22-7.png"/><Relationship Id="rId8" Type="http://schemas.openxmlformats.org/officeDocument/2006/relationships/image" Target="../media/image-22-8.svg"/><Relationship Id="rId9" Type="http://schemas.openxmlformats.org/officeDocument/2006/relationships/image" Target="../media/image-22-9.png"/><Relationship Id="rId10" Type="http://schemas.openxmlformats.org/officeDocument/2006/relationships/image" Target="../media/image-22-10.svg"/><Relationship Id="rId11" Type="http://schemas.openxmlformats.org/officeDocument/2006/relationships/image" Target="../media/image-22-11.png"/><Relationship Id="rId12" Type="http://schemas.openxmlformats.org/officeDocument/2006/relationships/image" Target="../media/image-22-12.svg"/><Relationship Id="rId13" Type="http://schemas.openxmlformats.org/officeDocument/2006/relationships/image" Target="../media/image-22-13.png"/><Relationship Id="rId14" Type="http://schemas.openxmlformats.org/officeDocument/2006/relationships/image" Target="../media/image-22-14.svg"/><Relationship Id="rId15" Type="http://schemas.openxmlformats.org/officeDocument/2006/relationships/image" Target="../media/image-22-15.png"/><Relationship Id="rId16" Type="http://schemas.openxmlformats.org/officeDocument/2006/relationships/image" Target="../media/image-22-16.svg"/><Relationship Id="rId17" Type="http://schemas.openxmlformats.org/officeDocument/2006/relationships/image" Target="../media/image-22-17.png"/><Relationship Id="rId18" Type="http://schemas.openxmlformats.org/officeDocument/2006/relationships/image" Target="../media/image-22-18.svg"/><Relationship Id="rId19" Type="http://schemas.openxmlformats.org/officeDocument/2006/relationships/image" Target="../media/image-22-19.png"/><Relationship Id="rId20" Type="http://schemas.openxmlformats.org/officeDocument/2006/relationships/image" Target="../media/image-22-20.svg"/><Relationship Id="rId21" Type="http://schemas.openxmlformats.org/officeDocument/2006/relationships/image" Target="../media/image-22-21.png"/><Relationship Id="rId22" Type="http://schemas.openxmlformats.org/officeDocument/2006/relationships/image" Target="../media/image-22-22.svg"/><Relationship Id="rId23" Type="http://schemas.openxmlformats.org/officeDocument/2006/relationships/image" Target="../media/image-22-23.png"/><Relationship Id="rId24" Type="http://schemas.openxmlformats.org/officeDocument/2006/relationships/image" Target="../media/image-22-24.svg"/><Relationship Id="rId25" Type="http://schemas.openxmlformats.org/officeDocument/2006/relationships/image" Target="../media/image-22-25.png"/><Relationship Id="rId26" Type="http://schemas.openxmlformats.org/officeDocument/2006/relationships/image" Target="../media/image-22-26.svg"/><Relationship Id="rId27" Type="http://schemas.openxmlformats.org/officeDocument/2006/relationships/image" Target="../media/image-22-27.png"/><Relationship Id="rId28" Type="http://schemas.openxmlformats.org/officeDocument/2006/relationships/image" Target="../media/image-22-28.svg"/><Relationship Id="rId29" Type="http://schemas.openxmlformats.org/officeDocument/2006/relationships/image" Target="../media/image-22-29.png"/><Relationship Id="rId30" Type="http://schemas.openxmlformats.org/officeDocument/2006/relationships/image" Target="../media/image-22-30.svg"/><Relationship Id="rId31" Type="http://schemas.openxmlformats.org/officeDocument/2006/relationships/image" Target="../media/image-22-31.png"/><Relationship Id="rId32" Type="http://schemas.openxmlformats.org/officeDocument/2006/relationships/image" Target="../media/image-22-32.svg"/><Relationship Id="rId33" Type="http://schemas.openxmlformats.org/officeDocument/2006/relationships/image" Target="../media/image-22-33.png"/><Relationship Id="rId34" Type="http://schemas.openxmlformats.org/officeDocument/2006/relationships/image" Target="../media/image-22-34.svg"/><Relationship Id="rId35" Type="http://schemas.openxmlformats.org/officeDocument/2006/relationships/image" Target="../media/image-22-35.png"/><Relationship Id="rId36" Type="http://schemas.openxmlformats.org/officeDocument/2006/relationships/image" Target="../media/image-22-36.svg"/><Relationship Id="rId37" Type="http://schemas.openxmlformats.org/officeDocument/2006/relationships/image" Target="../media/image-22-37.png"/><Relationship Id="rId38" Type="http://schemas.openxmlformats.org/officeDocument/2006/relationships/image" Target="../media/image-22-38.svg"/><Relationship Id="rId39" Type="http://schemas.openxmlformats.org/officeDocument/2006/relationships/image" Target="../media/image-22-39.png"/><Relationship Id="rId40" Type="http://schemas.openxmlformats.org/officeDocument/2006/relationships/image" Target="../media/image-22-40.svg"/><Relationship Id="rId41" Type="http://schemas.openxmlformats.org/officeDocument/2006/relationships/image" Target="../media/image-22-41.png"/><Relationship Id="rId42" Type="http://schemas.openxmlformats.org/officeDocument/2006/relationships/image" Target="../media/image-22-42.svg"/><Relationship Id="rId43" Type="http://schemas.openxmlformats.org/officeDocument/2006/relationships/image" Target="../media/image-22-43.png"/><Relationship Id="rId44" Type="http://schemas.openxmlformats.org/officeDocument/2006/relationships/image" Target="../media/image-22-44.svg"/><Relationship Id="rId45" Type="http://schemas.openxmlformats.org/officeDocument/2006/relationships/image" Target="../media/image-22-45.png"/><Relationship Id="rId46" Type="http://schemas.openxmlformats.org/officeDocument/2006/relationships/image" Target="../media/image-22-46.svg"/><Relationship Id="rId47" Type="http://schemas.openxmlformats.org/officeDocument/2006/relationships/image" Target="../media/image-22-47.png"/><Relationship Id="rId48" Type="http://schemas.openxmlformats.org/officeDocument/2006/relationships/image" Target="../media/image-22-48.svg"/><Relationship Id="rId49" Type="http://schemas.openxmlformats.org/officeDocument/2006/relationships/image" Target="../media/image-22-49.png"/><Relationship Id="rId50" Type="http://schemas.openxmlformats.org/officeDocument/2006/relationships/image" Target="../media/image-22-50.svg"/><Relationship Id="rId51" Type="http://schemas.openxmlformats.org/officeDocument/2006/relationships/image" Target="../media/image-22-51.png"/><Relationship Id="rId52" Type="http://schemas.openxmlformats.org/officeDocument/2006/relationships/image" Target="../media/image-22-52.svg"/><Relationship Id="rId53" Type="http://schemas.openxmlformats.org/officeDocument/2006/relationships/image" Target="../media/image-22-53.png"/><Relationship Id="rId54" Type="http://schemas.openxmlformats.org/officeDocument/2006/relationships/image" Target="../media/image-22-54.svg"/><Relationship Id="rId55" Type="http://schemas.openxmlformats.org/officeDocument/2006/relationships/image" Target="../media/image-22-55.png"/><Relationship Id="rId56" Type="http://schemas.openxmlformats.org/officeDocument/2006/relationships/image" Target="../media/image-22-56.svg"/><Relationship Id="rId57" Type="http://schemas.openxmlformats.org/officeDocument/2006/relationships/image" Target="../media/image-22-57.png"/><Relationship Id="rId58" Type="http://schemas.openxmlformats.org/officeDocument/2006/relationships/image" Target="../media/image-22-58.svg"/><Relationship Id="rId59" Type="http://schemas.openxmlformats.org/officeDocument/2006/relationships/image" Target="../media/image-22-59.png"/><Relationship Id="rId60" Type="http://schemas.openxmlformats.org/officeDocument/2006/relationships/image" Target="../media/image-22-60.svg"/><Relationship Id="rId61" Type="http://schemas.openxmlformats.org/officeDocument/2006/relationships/image" Target="../media/image-22-61.png"/><Relationship Id="rId62" Type="http://schemas.openxmlformats.org/officeDocument/2006/relationships/image" Target="../media/image-22-62.svg"/><Relationship Id="rId63" Type="http://schemas.openxmlformats.org/officeDocument/2006/relationships/image" Target="../media/image-22-63.png"/><Relationship Id="rId64" Type="http://schemas.openxmlformats.org/officeDocument/2006/relationships/image" Target="../media/image-22-64.svg"/><Relationship Id="rId65" Type="http://schemas.openxmlformats.org/officeDocument/2006/relationships/image" Target="../media/image-22-65.png"/><Relationship Id="rId66" Type="http://schemas.openxmlformats.org/officeDocument/2006/relationships/image" Target="../media/image-22-66.svg"/><Relationship Id="rId67" Type="http://schemas.openxmlformats.org/officeDocument/2006/relationships/image" Target="../media/image-22-67.png"/><Relationship Id="rId68" Type="http://schemas.openxmlformats.org/officeDocument/2006/relationships/image" Target="../media/image-22-68.svg"/><Relationship Id="rId69" Type="http://schemas.openxmlformats.org/officeDocument/2006/relationships/image" Target="../media/image-22-69.png"/><Relationship Id="rId70" Type="http://schemas.openxmlformats.org/officeDocument/2006/relationships/image" Target="../media/image-22-70.svg"/><Relationship Id="rId71" Type="http://schemas.openxmlformats.org/officeDocument/2006/relationships/image" Target="../media/image-22-71.png"/><Relationship Id="rId72" Type="http://schemas.openxmlformats.org/officeDocument/2006/relationships/image" Target="../media/image-22-72.svg"/><Relationship Id="rId73" Type="http://schemas.openxmlformats.org/officeDocument/2006/relationships/image" Target="../media/image-22-73.png"/><Relationship Id="rId74" Type="http://schemas.openxmlformats.org/officeDocument/2006/relationships/image" Target="../media/image-22-74.svg"/><Relationship Id="rId75" Type="http://schemas.openxmlformats.org/officeDocument/2006/relationships/image" Target="../media/image-22-75.png"/><Relationship Id="rId76" Type="http://schemas.openxmlformats.org/officeDocument/2006/relationships/image" Target="../media/image-22-76.svg"/><Relationship Id="rId77" Type="http://schemas.openxmlformats.org/officeDocument/2006/relationships/image" Target="../media/image-22-77.png"/><Relationship Id="rId78" Type="http://schemas.openxmlformats.org/officeDocument/2006/relationships/image" Target="../media/image-22-78.svg"/><Relationship Id="rId79" Type="http://schemas.openxmlformats.org/officeDocument/2006/relationships/image" Target="../media/image-22-79.png"/><Relationship Id="rId80" Type="http://schemas.openxmlformats.org/officeDocument/2006/relationships/image" Target="../media/image-22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image" Target="../media/image-23-5.png"/><Relationship Id="rId6" Type="http://schemas.openxmlformats.org/officeDocument/2006/relationships/image" Target="../media/image-23-6.svg"/><Relationship Id="rId7" Type="http://schemas.openxmlformats.org/officeDocument/2006/relationships/image" Target="../media/image-23-7.png"/><Relationship Id="rId8" Type="http://schemas.openxmlformats.org/officeDocument/2006/relationships/image" Target="../media/image-23-8.svg"/><Relationship Id="rId9" Type="http://schemas.openxmlformats.org/officeDocument/2006/relationships/image" Target="../media/image-23-9.png"/><Relationship Id="rId10" Type="http://schemas.openxmlformats.org/officeDocument/2006/relationships/image" Target="../media/image-23-10.sv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svg"/><Relationship Id="rId13" Type="http://schemas.openxmlformats.org/officeDocument/2006/relationships/image" Target="../media/image-23-13.png"/><Relationship Id="rId14" Type="http://schemas.openxmlformats.org/officeDocument/2006/relationships/image" Target="../media/image-23-14.svg"/><Relationship Id="rId15" Type="http://schemas.openxmlformats.org/officeDocument/2006/relationships/image" Target="../media/image-23-15.png"/><Relationship Id="rId16" Type="http://schemas.openxmlformats.org/officeDocument/2006/relationships/image" Target="../media/image-23-16.svg"/><Relationship Id="rId17" Type="http://schemas.openxmlformats.org/officeDocument/2006/relationships/image" Target="../media/image-23-17.png"/><Relationship Id="rId18" Type="http://schemas.openxmlformats.org/officeDocument/2006/relationships/image" Target="../media/image-23-18.svg"/><Relationship Id="rId19" Type="http://schemas.openxmlformats.org/officeDocument/2006/relationships/image" Target="../media/image-23-19.png"/><Relationship Id="rId20" Type="http://schemas.openxmlformats.org/officeDocument/2006/relationships/image" Target="../media/image-23-20.svg"/><Relationship Id="rId21" Type="http://schemas.openxmlformats.org/officeDocument/2006/relationships/image" Target="../media/image-23-21.png"/><Relationship Id="rId22" Type="http://schemas.openxmlformats.org/officeDocument/2006/relationships/image" Target="../media/image-23-22.svg"/><Relationship Id="rId23" Type="http://schemas.openxmlformats.org/officeDocument/2006/relationships/image" Target="../media/image-23-23.png"/><Relationship Id="rId24" Type="http://schemas.openxmlformats.org/officeDocument/2006/relationships/image" Target="../media/image-23-24.svg"/><Relationship Id="rId25" Type="http://schemas.openxmlformats.org/officeDocument/2006/relationships/image" Target="../media/image-23-25.png"/><Relationship Id="rId26" Type="http://schemas.openxmlformats.org/officeDocument/2006/relationships/image" Target="../media/image-23-26.svg"/><Relationship Id="rId27" Type="http://schemas.openxmlformats.org/officeDocument/2006/relationships/image" Target="../media/image-23-27.png"/><Relationship Id="rId28" Type="http://schemas.openxmlformats.org/officeDocument/2006/relationships/image" Target="../media/image-23-28.svg"/><Relationship Id="rId29" Type="http://schemas.openxmlformats.org/officeDocument/2006/relationships/image" Target="../media/image-23-29.png"/><Relationship Id="rId30" Type="http://schemas.openxmlformats.org/officeDocument/2006/relationships/image" Target="../media/image-23-30.svg"/><Relationship Id="rId31" Type="http://schemas.openxmlformats.org/officeDocument/2006/relationships/image" Target="../media/image-23-31.png"/><Relationship Id="rId32" Type="http://schemas.openxmlformats.org/officeDocument/2006/relationships/image" Target="../media/image-23-32.svg"/><Relationship Id="rId33" Type="http://schemas.openxmlformats.org/officeDocument/2006/relationships/image" Target="../media/image-23-33.png"/><Relationship Id="rId34" Type="http://schemas.openxmlformats.org/officeDocument/2006/relationships/image" Target="../media/image-23-34.svg"/><Relationship Id="rId35" Type="http://schemas.openxmlformats.org/officeDocument/2006/relationships/image" Target="../media/image-23-35.png"/><Relationship Id="rId36" Type="http://schemas.openxmlformats.org/officeDocument/2006/relationships/image" Target="../media/image-23-36.svg"/><Relationship Id="rId37" Type="http://schemas.openxmlformats.org/officeDocument/2006/relationships/image" Target="../media/image-23-37.png"/><Relationship Id="rId38" Type="http://schemas.openxmlformats.org/officeDocument/2006/relationships/image" Target="../media/image-23-38.svg"/><Relationship Id="rId39" Type="http://schemas.openxmlformats.org/officeDocument/2006/relationships/image" Target="../media/image-23-39.png"/><Relationship Id="rId40" Type="http://schemas.openxmlformats.org/officeDocument/2006/relationships/image" Target="../media/image-23-40.svg"/><Relationship Id="rId41" Type="http://schemas.openxmlformats.org/officeDocument/2006/relationships/image" Target="../media/image-23-41.png"/><Relationship Id="rId42" Type="http://schemas.openxmlformats.org/officeDocument/2006/relationships/image" Target="../media/image-23-42.svg"/><Relationship Id="rId43" Type="http://schemas.openxmlformats.org/officeDocument/2006/relationships/image" Target="../media/image-23-43.png"/><Relationship Id="rId44" Type="http://schemas.openxmlformats.org/officeDocument/2006/relationships/image" Target="../media/image-23-44.svg"/><Relationship Id="rId45" Type="http://schemas.openxmlformats.org/officeDocument/2006/relationships/image" Target="../media/image-23-45.png"/><Relationship Id="rId46" Type="http://schemas.openxmlformats.org/officeDocument/2006/relationships/image" Target="../media/image-23-46.svg"/><Relationship Id="rId47" Type="http://schemas.openxmlformats.org/officeDocument/2006/relationships/image" Target="../media/image-23-47.png"/><Relationship Id="rId48" Type="http://schemas.openxmlformats.org/officeDocument/2006/relationships/image" Target="../media/image-23-48.svg"/><Relationship Id="rId49" Type="http://schemas.openxmlformats.org/officeDocument/2006/relationships/image" Target="../media/image-23-49.png"/><Relationship Id="rId50" Type="http://schemas.openxmlformats.org/officeDocument/2006/relationships/image" Target="../media/image-23-50.svg"/><Relationship Id="rId51" Type="http://schemas.openxmlformats.org/officeDocument/2006/relationships/image" Target="../media/image-23-51.png"/><Relationship Id="rId52" Type="http://schemas.openxmlformats.org/officeDocument/2006/relationships/image" Target="../media/image-23-52.svg"/><Relationship Id="rId53" Type="http://schemas.openxmlformats.org/officeDocument/2006/relationships/image" Target="../media/image-23-53.png"/><Relationship Id="rId54" Type="http://schemas.openxmlformats.org/officeDocument/2006/relationships/image" Target="../media/image-23-54.svg"/><Relationship Id="rId55" Type="http://schemas.openxmlformats.org/officeDocument/2006/relationships/image" Target="../media/image-23-55.png"/><Relationship Id="rId56" Type="http://schemas.openxmlformats.org/officeDocument/2006/relationships/image" Target="../media/image-23-56.svg"/><Relationship Id="rId57" Type="http://schemas.openxmlformats.org/officeDocument/2006/relationships/image" Target="../media/image-23-57.png"/><Relationship Id="rId58" Type="http://schemas.openxmlformats.org/officeDocument/2006/relationships/image" Target="../media/image-23-58.svg"/><Relationship Id="rId59" Type="http://schemas.openxmlformats.org/officeDocument/2006/relationships/image" Target="../media/image-23-59.png"/><Relationship Id="rId60" Type="http://schemas.openxmlformats.org/officeDocument/2006/relationships/image" Target="../media/image-23-60.svg"/><Relationship Id="rId61" Type="http://schemas.openxmlformats.org/officeDocument/2006/relationships/image" Target="../media/image-23-61.png"/><Relationship Id="rId62" Type="http://schemas.openxmlformats.org/officeDocument/2006/relationships/image" Target="../media/image-23-62.svg"/><Relationship Id="rId63" Type="http://schemas.openxmlformats.org/officeDocument/2006/relationships/image" Target="../media/image-23-63.png"/><Relationship Id="rId64" Type="http://schemas.openxmlformats.org/officeDocument/2006/relationships/image" Target="../media/image-23-64.svg"/><Relationship Id="rId65" Type="http://schemas.openxmlformats.org/officeDocument/2006/relationships/image" Target="../media/image-23-65.png"/><Relationship Id="rId66" Type="http://schemas.openxmlformats.org/officeDocument/2006/relationships/image" Target="../media/image-23-66.svg"/><Relationship Id="rId67" Type="http://schemas.openxmlformats.org/officeDocument/2006/relationships/image" Target="../media/image-23-67.png"/><Relationship Id="rId68" Type="http://schemas.openxmlformats.org/officeDocument/2006/relationships/image" Target="../media/image-23-68.svg"/><Relationship Id="rId69" Type="http://schemas.openxmlformats.org/officeDocument/2006/relationships/image" Target="../media/image-23-69.png"/><Relationship Id="rId70" Type="http://schemas.openxmlformats.org/officeDocument/2006/relationships/image" Target="../media/image-23-70.svg"/><Relationship Id="rId71" Type="http://schemas.openxmlformats.org/officeDocument/2006/relationships/image" Target="../media/image-23-71.png"/><Relationship Id="rId72" Type="http://schemas.openxmlformats.org/officeDocument/2006/relationships/image" Target="../media/image-23-72.svg"/><Relationship Id="rId73" Type="http://schemas.openxmlformats.org/officeDocument/2006/relationships/image" Target="../media/image-23-73.png"/><Relationship Id="rId74" Type="http://schemas.openxmlformats.org/officeDocument/2006/relationships/image" Target="../media/image-23-74.svg"/><Relationship Id="rId75" Type="http://schemas.openxmlformats.org/officeDocument/2006/relationships/image" Target="../media/image-23-75.png"/><Relationship Id="rId76" Type="http://schemas.openxmlformats.org/officeDocument/2006/relationships/image" Target="../media/image-23-76.svg"/><Relationship Id="rId77" Type="http://schemas.openxmlformats.org/officeDocument/2006/relationships/image" Target="../media/image-23-77.png"/><Relationship Id="rId78" Type="http://schemas.openxmlformats.org/officeDocument/2006/relationships/image" Target="../media/image-23-78.svg"/><Relationship Id="rId79" Type="http://schemas.openxmlformats.org/officeDocument/2006/relationships/image" Target="../media/image-23-79.png"/><Relationship Id="rId80" Type="http://schemas.openxmlformats.org/officeDocument/2006/relationships/image" Target="../media/image-23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image" Target="../media/image-24-5.png"/><Relationship Id="rId6" Type="http://schemas.openxmlformats.org/officeDocument/2006/relationships/image" Target="../media/image-24-6.svg"/><Relationship Id="rId7" Type="http://schemas.openxmlformats.org/officeDocument/2006/relationships/image" Target="../media/image-24-7.png"/><Relationship Id="rId8" Type="http://schemas.openxmlformats.org/officeDocument/2006/relationships/image" Target="../media/image-24-8.svg"/><Relationship Id="rId9" Type="http://schemas.openxmlformats.org/officeDocument/2006/relationships/image" Target="../media/image-24-9.png"/><Relationship Id="rId10" Type="http://schemas.openxmlformats.org/officeDocument/2006/relationships/image" Target="../media/image-24-10.sv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svg"/><Relationship Id="rId13" Type="http://schemas.openxmlformats.org/officeDocument/2006/relationships/image" Target="../media/image-24-13.png"/><Relationship Id="rId14" Type="http://schemas.openxmlformats.org/officeDocument/2006/relationships/image" Target="../media/image-24-14.svg"/><Relationship Id="rId15" Type="http://schemas.openxmlformats.org/officeDocument/2006/relationships/image" Target="../media/image-24-15.png"/><Relationship Id="rId16" Type="http://schemas.openxmlformats.org/officeDocument/2006/relationships/image" Target="../media/image-24-16.svg"/><Relationship Id="rId17" Type="http://schemas.openxmlformats.org/officeDocument/2006/relationships/image" Target="../media/image-24-17.png"/><Relationship Id="rId18" Type="http://schemas.openxmlformats.org/officeDocument/2006/relationships/image" Target="../media/image-24-18.svg"/><Relationship Id="rId19" Type="http://schemas.openxmlformats.org/officeDocument/2006/relationships/image" Target="../media/image-24-19.png"/><Relationship Id="rId20" Type="http://schemas.openxmlformats.org/officeDocument/2006/relationships/image" Target="../media/image-24-20.svg"/><Relationship Id="rId21" Type="http://schemas.openxmlformats.org/officeDocument/2006/relationships/image" Target="../media/image-24-21.png"/><Relationship Id="rId22" Type="http://schemas.openxmlformats.org/officeDocument/2006/relationships/image" Target="../media/image-24-22.svg"/><Relationship Id="rId23" Type="http://schemas.openxmlformats.org/officeDocument/2006/relationships/image" Target="../media/image-24-23.png"/><Relationship Id="rId24" Type="http://schemas.openxmlformats.org/officeDocument/2006/relationships/image" Target="../media/image-24-24.svg"/><Relationship Id="rId25" Type="http://schemas.openxmlformats.org/officeDocument/2006/relationships/image" Target="../media/image-24-25.png"/><Relationship Id="rId26" Type="http://schemas.openxmlformats.org/officeDocument/2006/relationships/image" Target="../media/image-24-26.svg"/><Relationship Id="rId27" Type="http://schemas.openxmlformats.org/officeDocument/2006/relationships/image" Target="../media/image-24-27.png"/><Relationship Id="rId28" Type="http://schemas.openxmlformats.org/officeDocument/2006/relationships/image" Target="../media/image-24-28.svg"/><Relationship Id="rId29" Type="http://schemas.openxmlformats.org/officeDocument/2006/relationships/image" Target="../media/image-24-29.png"/><Relationship Id="rId30" Type="http://schemas.openxmlformats.org/officeDocument/2006/relationships/image" Target="../media/image-24-30.svg"/><Relationship Id="rId31" Type="http://schemas.openxmlformats.org/officeDocument/2006/relationships/image" Target="../media/image-24-31.png"/><Relationship Id="rId32" Type="http://schemas.openxmlformats.org/officeDocument/2006/relationships/image" Target="../media/image-24-32.svg"/><Relationship Id="rId33" Type="http://schemas.openxmlformats.org/officeDocument/2006/relationships/image" Target="../media/image-24-33.png"/><Relationship Id="rId34" Type="http://schemas.openxmlformats.org/officeDocument/2006/relationships/image" Target="../media/image-24-34.svg"/><Relationship Id="rId35" Type="http://schemas.openxmlformats.org/officeDocument/2006/relationships/image" Target="../media/image-24-35.png"/><Relationship Id="rId36" Type="http://schemas.openxmlformats.org/officeDocument/2006/relationships/image" Target="../media/image-24-36.svg"/><Relationship Id="rId37" Type="http://schemas.openxmlformats.org/officeDocument/2006/relationships/image" Target="../media/image-24-37.png"/><Relationship Id="rId38" Type="http://schemas.openxmlformats.org/officeDocument/2006/relationships/image" Target="../media/image-24-38.svg"/><Relationship Id="rId39" Type="http://schemas.openxmlformats.org/officeDocument/2006/relationships/image" Target="../media/image-24-39.png"/><Relationship Id="rId40" Type="http://schemas.openxmlformats.org/officeDocument/2006/relationships/image" Target="../media/image-24-40.svg"/><Relationship Id="rId41" Type="http://schemas.openxmlformats.org/officeDocument/2006/relationships/image" Target="../media/image-24-41.png"/><Relationship Id="rId42" Type="http://schemas.openxmlformats.org/officeDocument/2006/relationships/image" Target="../media/image-24-42.svg"/><Relationship Id="rId43" Type="http://schemas.openxmlformats.org/officeDocument/2006/relationships/image" Target="../media/image-24-43.png"/><Relationship Id="rId44" Type="http://schemas.openxmlformats.org/officeDocument/2006/relationships/image" Target="../media/image-24-44.svg"/><Relationship Id="rId45" Type="http://schemas.openxmlformats.org/officeDocument/2006/relationships/image" Target="../media/image-24-45.png"/><Relationship Id="rId46" Type="http://schemas.openxmlformats.org/officeDocument/2006/relationships/image" Target="../media/image-24-46.svg"/><Relationship Id="rId47" Type="http://schemas.openxmlformats.org/officeDocument/2006/relationships/image" Target="../media/image-24-47.png"/><Relationship Id="rId48" Type="http://schemas.openxmlformats.org/officeDocument/2006/relationships/image" Target="../media/image-24-48.svg"/><Relationship Id="rId49" Type="http://schemas.openxmlformats.org/officeDocument/2006/relationships/image" Target="../media/image-24-49.png"/><Relationship Id="rId50" Type="http://schemas.openxmlformats.org/officeDocument/2006/relationships/image" Target="../media/image-24-50.svg"/><Relationship Id="rId51" Type="http://schemas.openxmlformats.org/officeDocument/2006/relationships/image" Target="../media/image-24-51.png"/><Relationship Id="rId52" Type="http://schemas.openxmlformats.org/officeDocument/2006/relationships/image" Target="../media/image-24-52.svg"/><Relationship Id="rId53" Type="http://schemas.openxmlformats.org/officeDocument/2006/relationships/image" Target="../media/image-24-53.png"/><Relationship Id="rId54" Type="http://schemas.openxmlformats.org/officeDocument/2006/relationships/image" Target="../media/image-24-54.svg"/><Relationship Id="rId55" Type="http://schemas.openxmlformats.org/officeDocument/2006/relationships/image" Target="../media/image-24-55.png"/><Relationship Id="rId56" Type="http://schemas.openxmlformats.org/officeDocument/2006/relationships/image" Target="../media/image-24-56.svg"/><Relationship Id="rId57" Type="http://schemas.openxmlformats.org/officeDocument/2006/relationships/image" Target="../media/image-24-57.png"/><Relationship Id="rId58" Type="http://schemas.openxmlformats.org/officeDocument/2006/relationships/image" Target="../media/image-24-58.svg"/><Relationship Id="rId59" Type="http://schemas.openxmlformats.org/officeDocument/2006/relationships/image" Target="../media/image-24-59.png"/><Relationship Id="rId60" Type="http://schemas.openxmlformats.org/officeDocument/2006/relationships/image" Target="../media/image-24-60.svg"/><Relationship Id="rId61" Type="http://schemas.openxmlformats.org/officeDocument/2006/relationships/image" Target="../media/image-24-61.png"/><Relationship Id="rId62" Type="http://schemas.openxmlformats.org/officeDocument/2006/relationships/image" Target="../media/image-24-62.svg"/><Relationship Id="rId63" Type="http://schemas.openxmlformats.org/officeDocument/2006/relationships/image" Target="../media/image-24-63.png"/><Relationship Id="rId64" Type="http://schemas.openxmlformats.org/officeDocument/2006/relationships/image" Target="../media/image-24-64.svg"/><Relationship Id="rId65" Type="http://schemas.openxmlformats.org/officeDocument/2006/relationships/image" Target="../media/image-24-65.png"/><Relationship Id="rId66" Type="http://schemas.openxmlformats.org/officeDocument/2006/relationships/image" Target="../media/image-24-66.svg"/><Relationship Id="rId67" Type="http://schemas.openxmlformats.org/officeDocument/2006/relationships/image" Target="../media/image-24-67.png"/><Relationship Id="rId68" Type="http://schemas.openxmlformats.org/officeDocument/2006/relationships/image" Target="../media/image-24-68.svg"/><Relationship Id="rId69" Type="http://schemas.openxmlformats.org/officeDocument/2006/relationships/image" Target="../media/image-24-69.png"/><Relationship Id="rId70" Type="http://schemas.openxmlformats.org/officeDocument/2006/relationships/image" Target="../media/image-24-70.svg"/><Relationship Id="rId71" Type="http://schemas.openxmlformats.org/officeDocument/2006/relationships/image" Target="../media/image-24-71.png"/><Relationship Id="rId72" Type="http://schemas.openxmlformats.org/officeDocument/2006/relationships/image" Target="../media/image-24-72.svg"/><Relationship Id="rId73" Type="http://schemas.openxmlformats.org/officeDocument/2006/relationships/image" Target="../media/image-24-73.png"/><Relationship Id="rId74" Type="http://schemas.openxmlformats.org/officeDocument/2006/relationships/image" Target="../media/image-24-74.svg"/><Relationship Id="rId75" Type="http://schemas.openxmlformats.org/officeDocument/2006/relationships/image" Target="../media/image-24-75.png"/><Relationship Id="rId76" Type="http://schemas.openxmlformats.org/officeDocument/2006/relationships/image" Target="../media/image-24-76.svg"/><Relationship Id="rId77" Type="http://schemas.openxmlformats.org/officeDocument/2006/relationships/image" Target="../media/image-24-77.png"/><Relationship Id="rId78" Type="http://schemas.openxmlformats.org/officeDocument/2006/relationships/image" Target="../media/image-24-78.svg"/><Relationship Id="rId79" Type="http://schemas.openxmlformats.org/officeDocument/2006/relationships/image" Target="../media/image-24-79.png"/><Relationship Id="rId80" Type="http://schemas.openxmlformats.org/officeDocument/2006/relationships/image" Target="../media/image-24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image" Target="../media/image-25-5.png"/><Relationship Id="rId6" Type="http://schemas.openxmlformats.org/officeDocument/2006/relationships/image" Target="../media/image-25-6.svg"/><Relationship Id="rId7" Type="http://schemas.openxmlformats.org/officeDocument/2006/relationships/image" Target="../media/image-25-7.png"/><Relationship Id="rId8" Type="http://schemas.openxmlformats.org/officeDocument/2006/relationships/image" Target="../media/image-25-8.svg"/><Relationship Id="rId9" Type="http://schemas.openxmlformats.org/officeDocument/2006/relationships/image" Target="../media/image-25-9.png"/><Relationship Id="rId10" Type="http://schemas.openxmlformats.org/officeDocument/2006/relationships/image" Target="../media/image-25-10.sv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svg"/><Relationship Id="rId13" Type="http://schemas.openxmlformats.org/officeDocument/2006/relationships/image" Target="../media/image-25-13.png"/><Relationship Id="rId14" Type="http://schemas.openxmlformats.org/officeDocument/2006/relationships/image" Target="../media/image-25-14.svg"/><Relationship Id="rId15" Type="http://schemas.openxmlformats.org/officeDocument/2006/relationships/image" Target="../media/image-25-15.png"/><Relationship Id="rId16" Type="http://schemas.openxmlformats.org/officeDocument/2006/relationships/image" Target="../media/image-25-16.svg"/><Relationship Id="rId17" Type="http://schemas.openxmlformats.org/officeDocument/2006/relationships/image" Target="../media/image-25-17.png"/><Relationship Id="rId18" Type="http://schemas.openxmlformats.org/officeDocument/2006/relationships/image" Target="../media/image-25-18.svg"/><Relationship Id="rId19" Type="http://schemas.openxmlformats.org/officeDocument/2006/relationships/image" Target="../media/image-25-19.png"/><Relationship Id="rId20" Type="http://schemas.openxmlformats.org/officeDocument/2006/relationships/image" Target="../media/image-25-20.svg"/><Relationship Id="rId21" Type="http://schemas.openxmlformats.org/officeDocument/2006/relationships/image" Target="../media/image-25-21.png"/><Relationship Id="rId22" Type="http://schemas.openxmlformats.org/officeDocument/2006/relationships/image" Target="../media/image-25-22.svg"/><Relationship Id="rId23" Type="http://schemas.openxmlformats.org/officeDocument/2006/relationships/image" Target="../media/image-25-23.png"/><Relationship Id="rId24" Type="http://schemas.openxmlformats.org/officeDocument/2006/relationships/image" Target="../media/image-25-24.svg"/><Relationship Id="rId25" Type="http://schemas.openxmlformats.org/officeDocument/2006/relationships/image" Target="../media/image-25-25.png"/><Relationship Id="rId26" Type="http://schemas.openxmlformats.org/officeDocument/2006/relationships/image" Target="../media/image-25-26.svg"/><Relationship Id="rId27" Type="http://schemas.openxmlformats.org/officeDocument/2006/relationships/image" Target="../media/image-25-27.png"/><Relationship Id="rId28" Type="http://schemas.openxmlformats.org/officeDocument/2006/relationships/image" Target="../media/image-25-28.svg"/><Relationship Id="rId29" Type="http://schemas.openxmlformats.org/officeDocument/2006/relationships/image" Target="../media/image-25-29.png"/><Relationship Id="rId30" Type="http://schemas.openxmlformats.org/officeDocument/2006/relationships/image" Target="../media/image-25-30.svg"/><Relationship Id="rId31" Type="http://schemas.openxmlformats.org/officeDocument/2006/relationships/image" Target="../media/image-25-31.png"/><Relationship Id="rId32" Type="http://schemas.openxmlformats.org/officeDocument/2006/relationships/image" Target="../media/image-25-32.svg"/><Relationship Id="rId33" Type="http://schemas.openxmlformats.org/officeDocument/2006/relationships/image" Target="../media/image-25-33.png"/><Relationship Id="rId34" Type="http://schemas.openxmlformats.org/officeDocument/2006/relationships/image" Target="../media/image-25-34.svg"/><Relationship Id="rId35" Type="http://schemas.openxmlformats.org/officeDocument/2006/relationships/image" Target="../media/image-25-35.png"/><Relationship Id="rId36" Type="http://schemas.openxmlformats.org/officeDocument/2006/relationships/image" Target="../media/image-25-36.svg"/><Relationship Id="rId37" Type="http://schemas.openxmlformats.org/officeDocument/2006/relationships/image" Target="../media/image-25-37.png"/><Relationship Id="rId38" Type="http://schemas.openxmlformats.org/officeDocument/2006/relationships/image" Target="../media/image-25-38.svg"/><Relationship Id="rId39" Type="http://schemas.openxmlformats.org/officeDocument/2006/relationships/image" Target="../media/image-25-39.png"/><Relationship Id="rId40" Type="http://schemas.openxmlformats.org/officeDocument/2006/relationships/image" Target="../media/image-25-40.svg"/><Relationship Id="rId41" Type="http://schemas.openxmlformats.org/officeDocument/2006/relationships/image" Target="../media/image-25-41.png"/><Relationship Id="rId42" Type="http://schemas.openxmlformats.org/officeDocument/2006/relationships/image" Target="../media/image-25-42.svg"/><Relationship Id="rId43" Type="http://schemas.openxmlformats.org/officeDocument/2006/relationships/image" Target="../media/image-25-43.png"/><Relationship Id="rId44" Type="http://schemas.openxmlformats.org/officeDocument/2006/relationships/image" Target="../media/image-25-44.svg"/><Relationship Id="rId45" Type="http://schemas.openxmlformats.org/officeDocument/2006/relationships/image" Target="../media/image-25-45.png"/><Relationship Id="rId46" Type="http://schemas.openxmlformats.org/officeDocument/2006/relationships/image" Target="../media/image-25-46.svg"/><Relationship Id="rId47" Type="http://schemas.openxmlformats.org/officeDocument/2006/relationships/image" Target="../media/image-25-47.png"/><Relationship Id="rId48" Type="http://schemas.openxmlformats.org/officeDocument/2006/relationships/image" Target="../media/image-25-48.svg"/><Relationship Id="rId49" Type="http://schemas.openxmlformats.org/officeDocument/2006/relationships/image" Target="../media/image-25-49.png"/><Relationship Id="rId50" Type="http://schemas.openxmlformats.org/officeDocument/2006/relationships/image" Target="../media/image-25-50.svg"/><Relationship Id="rId51" Type="http://schemas.openxmlformats.org/officeDocument/2006/relationships/image" Target="../media/image-25-51.png"/><Relationship Id="rId52" Type="http://schemas.openxmlformats.org/officeDocument/2006/relationships/image" Target="../media/image-25-52.svg"/><Relationship Id="rId53" Type="http://schemas.openxmlformats.org/officeDocument/2006/relationships/image" Target="../media/image-25-53.png"/><Relationship Id="rId54" Type="http://schemas.openxmlformats.org/officeDocument/2006/relationships/image" Target="../media/image-25-54.svg"/><Relationship Id="rId55" Type="http://schemas.openxmlformats.org/officeDocument/2006/relationships/image" Target="../media/image-25-55.png"/><Relationship Id="rId56" Type="http://schemas.openxmlformats.org/officeDocument/2006/relationships/image" Target="../media/image-25-56.svg"/><Relationship Id="rId57" Type="http://schemas.openxmlformats.org/officeDocument/2006/relationships/image" Target="../media/image-25-57.png"/><Relationship Id="rId58" Type="http://schemas.openxmlformats.org/officeDocument/2006/relationships/image" Target="../media/image-25-58.svg"/><Relationship Id="rId59" Type="http://schemas.openxmlformats.org/officeDocument/2006/relationships/image" Target="../media/image-25-59.png"/><Relationship Id="rId60" Type="http://schemas.openxmlformats.org/officeDocument/2006/relationships/image" Target="../media/image-25-60.svg"/><Relationship Id="rId61" Type="http://schemas.openxmlformats.org/officeDocument/2006/relationships/image" Target="../media/image-25-61.png"/><Relationship Id="rId62" Type="http://schemas.openxmlformats.org/officeDocument/2006/relationships/image" Target="../media/image-25-62.svg"/><Relationship Id="rId63" Type="http://schemas.openxmlformats.org/officeDocument/2006/relationships/image" Target="../media/image-25-63.png"/><Relationship Id="rId64" Type="http://schemas.openxmlformats.org/officeDocument/2006/relationships/image" Target="../media/image-25-64.svg"/><Relationship Id="rId65" Type="http://schemas.openxmlformats.org/officeDocument/2006/relationships/image" Target="../media/image-25-65.png"/><Relationship Id="rId66" Type="http://schemas.openxmlformats.org/officeDocument/2006/relationships/image" Target="../media/image-25-66.svg"/><Relationship Id="rId67" Type="http://schemas.openxmlformats.org/officeDocument/2006/relationships/image" Target="../media/image-25-67.png"/><Relationship Id="rId68" Type="http://schemas.openxmlformats.org/officeDocument/2006/relationships/image" Target="../media/image-25-68.svg"/><Relationship Id="rId69" Type="http://schemas.openxmlformats.org/officeDocument/2006/relationships/image" Target="../media/image-25-69.png"/><Relationship Id="rId70" Type="http://schemas.openxmlformats.org/officeDocument/2006/relationships/image" Target="../media/image-25-70.svg"/><Relationship Id="rId71" Type="http://schemas.openxmlformats.org/officeDocument/2006/relationships/image" Target="../media/image-25-71.png"/><Relationship Id="rId72" Type="http://schemas.openxmlformats.org/officeDocument/2006/relationships/image" Target="../media/image-25-72.svg"/><Relationship Id="rId73" Type="http://schemas.openxmlformats.org/officeDocument/2006/relationships/image" Target="../media/image-25-73.png"/><Relationship Id="rId74" Type="http://schemas.openxmlformats.org/officeDocument/2006/relationships/image" Target="../media/image-25-74.svg"/><Relationship Id="rId75" Type="http://schemas.openxmlformats.org/officeDocument/2006/relationships/image" Target="../media/image-25-75.png"/><Relationship Id="rId76" Type="http://schemas.openxmlformats.org/officeDocument/2006/relationships/image" Target="../media/image-25-76.svg"/><Relationship Id="rId77" Type="http://schemas.openxmlformats.org/officeDocument/2006/relationships/image" Target="../media/image-25-77.png"/><Relationship Id="rId78" Type="http://schemas.openxmlformats.org/officeDocument/2006/relationships/image" Target="../media/image-25-78.svg"/><Relationship Id="rId79" Type="http://schemas.openxmlformats.org/officeDocument/2006/relationships/image" Target="../media/image-25-79.png"/><Relationship Id="rId80" Type="http://schemas.openxmlformats.org/officeDocument/2006/relationships/image" Target="../media/image-25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image" Target="../media/image-26-3.png"/><Relationship Id="rId4" Type="http://schemas.openxmlformats.org/officeDocument/2006/relationships/image" Target="../media/image-26-4.svg"/><Relationship Id="rId5" Type="http://schemas.openxmlformats.org/officeDocument/2006/relationships/image" Target="../media/image-26-5.png"/><Relationship Id="rId6" Type="http://schemas.openxmlformats.org/officeDocument/2006/relationships/image" Target="../media/image-26-6.svg"/><Relationship Id="rId7" Type="http://schemas.openxmlformats.org/officeDocument/2006/relationships/image" Target="../media/image-26-7.png"/><Relationship Id="rId8" Type="http://schemas.openxmlformats.org/officeDocument/2006/relationships/image" Target="../media/image-26-8.svg"/><Relationship Id="rId9" Type="http://schemas.openxmlformats.org/officeDocument/2006/relationships/image" Target="../media/image-26-9.png"/><Relationship Id="rId10" Type="http://schemas.openxmlformats.org/officeDocument/2006/relationships/image" Target="../media/image-26-10.sv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svg"/><Relationship Id="rId13" Type="http://schemas.openxmlformats.org/officeDocument/2006/relationships/image" Target="../media/image-26-13.png"/><Relationship Id="rId14" Type="http://schemas.openxmlformats.org/officeDocument/2006/relationships/image" Target="../media/image-26-14.svg"/><Relationship Id="rId15" Type="http://schemas.openxmlformats.org/officeDocument/2006/relationships/image" Target="../media/image-26-15.png"/><Relationship Id="rId16" Type="http://schemas.openxmlformats.org/officeDocument/2006/relationships/image" Target="../media/image-26-16.svg"/><Relationship Id="rId17" Type="http://schemas.openxmlformats.org/officeDocument/2006/relationships/image" Target="../media/image-26-17.png"/><Relationship Id="rId18" Type="http://schemas.openxmlformats.org/officeDocument/2006/relationships/image" Target="../media/image-26-18.svg"/><Relationship Id="rId19" Type="http://schemas.openxmlformats.org/officeDocument/2006/relationships/image" Target="../media/image-26-19.png"/><Relationship Id="rId20" Type="http://schemas.openxmlformats.org/officeDocument/2006/relationships/image" Target="../media/image-26-20.svg"/><Relationship Id="rId21" Type="http://schemas.openxmlformats.org/officeDocument/2006/relationships/image" Target="../media/image-26-21.png"/><Relationship Id="rId22" Type="http://schemas.openxmlformats.org/officeDocument/2006/relationships/image" Target="../media/image-26-22.svg"/><Relationship Id="rId23" Type="http://schemas.openxmlformats.org/officeDocument/2006/relationships/image" Target="../media/image-26-23.png"/><Relationship Id="rId24" Type="http://schemas.openxmlformats.org/officeDocument/2006/relationships/image" Target="../media/image-26-24.svg"/><Relationship Id="rId25" Type="http://schemas.openxmlformats.org/officeDocument/2006/relationships/image" Target="../media/image-26-25.png"/><Relationship Id="rId26" Type="http://schemas.openxmlformats.org/officeDocument/2006/relationships/image" Target="../media/image-26-26.svg"/><Relationship Id="rId27" Type="http://schemas.openxmlformats.org/officeDocument/2006/relationships/image" Target="../media/image-26-27.png"/><Relationship Id="rId28" Type="http://schemas.openxmlformats.org/officeDocument/2006/relationships/image" Target="../media/image-26-28.svg"/><Relationship Id="rId29" Type="http://schemas.openxmlformats.org/officeDocument/2006/relationships/image" Target="../media/image-26-29.png"/><Relationship Id="rId30" Type="http://schemas.openxmlformats.org/officeDocument/2006/relationships/image" Target="../media/image-26-30.svg"/><Relationship Id="rId31" Type="http://schemas.openxmlformats.org/officeDocument/2006/relationships/image" Target="../media/image-26-31.png"/><Relationship Id="rId32" Type="http://schemas.openxmlformats.org/officeDocument/2006/relationships/image" Target="../media/image-26-32.svg"/><Relationship Id="rId33" Type="http://schemas.openxmlformats.org/officeDocument/2006/relationships/image" Target="../media/image-26-33.png"/><Relationship Id="rId34" Type="http://schemas.openxmlformats.org/officeDocument/2006/relationships/image" Target="../media/image-26-34.svg"/><Relationship Id="rId35" Type="http://schemas.openxmlformats.org/officeDocument/2006/relationships/image" Target="../media/image-26-35.png"/><Relationship Id="rId36" Type="http://schemas.openxmlformats.org/officeDocument/2006/relationships/image" Target="../media/image-26-36.svg"/><Relationship Id="rId37" Type="http://schemas.openxmlformats.org/officeDocument/2006/relationships/image" Target="../media/image-26-37.png"/><Relationship Id="rId38" Type="http://schemas.openxmlformats.org/officeDocument/2006/relationships/image" Target="../media/image-26-38.svg"/><Relationship Id="rId39" Type="http://schemas.openxmlformats.org/officeDocument/2006/relationships/image" Target="../media/image-26-39.png"/><Relationship Id="rId40" Type="http://schemas.openxmlformats.org/officeDocument/2006/relationships/image" Target="../media/image-26-40.svg"/><Relationship Id="rId41" Type="http://schemas.openxmlformats.org/officeDocument/2006/relationships/image" Target="../media/image-26-41.png"/><Relationship Id="rId42" Type="http://schemas.openxmlformats.org/officeDocument/2006/relationships/image" Target="../media/image-26-42.svg"/><Relationship Id="rId43" Type="http://schemas.openxmlformats.org/officeDocument/2006/relationships/image" Target="../media/image-26-43.png"/><Relationship Id="rId44" Type="http://schemas.openxmlformats.org/officeDocument/2006/relationships/image" Target="../media/image-26-44.svg"/><Relationship Id="rId45" Type="http://schemas.openxmlformats.org/officeDocument/2006/relationships/image" Target="../media/image-26-45.png"/><Relationship Id="rId46" Type="http://schemas.openxmlformats.org/officeDocument/2006/relationships/image" Target="../media/image-26-46.svg"/><Relationship Id="rId47" Type="http://schemas.openxmlformats.org/officeDocument/2006/relationships/image" Target="../media/image-26-47.png"/><Relationship Id="rId48" Type="http://schemas.openxmlformats.org/officeDocument/2006/relationships/image" Target="../media/image-26-48.svg"/><Relationship Id="rId49" Type="http://schemas.openxmlformats.org/officeDocument/2006/relationships/image" Target="../media/image-26-49.png"/><Relationship Id="rId50" Type="http://schemas.openxmlformats.org/officeDocument/2006/relationships/image" Target="../media/image-26-50.svg"/><Relationship Id="rId51" Type="http://schemas.openxmlformats.org/officeDocument/2006/relationships/image" Target="../media/image-26-51.png"/><Relationship Id="rId52" Type="http://schemas.openxmlformats.org/officeDocument/2006/relationships/image" Target="../media/image-26-52.svg"/><Relationship Id="rId53" Type="http://schemas.openxmlformats.org/officeDocument/2006/relationships/image" Target="../media/image-26-53.png"/><Relationship Id="rId54" Type="http://schemas.openxmlformats.org/officeDocument/2006/relationships/image" Target="../media/image-26-54.svg"/><Relationship Id="rId55" Type="http://schemas.openxmlformats.org/officeDocument/2006/relationships/image" Target="../media/image-26-55.png"/><Relationship Id="rId56" Type="http://schemas.openxmlformats.org/officeDocument/2006/relationships/image" Target="../media/image-26-56.svg"/><Relationship Id="rId57" Type="http://schemas.openxmlformats.org/officeDocument/2006/relationships/image" Target="../media/image-26-57.png"/><Relationship Id="rId58" Type="http://schemas.openxmlformats.org/officeDocument/2006/relationships/image" Target="../media/image-26-58.svg"/><Relationship Id="rId59" Type="http://schemas.openxmlformats.org/officeDocument/2006/relationships/image" Target="../media/image-26-59.png"/><Relationship Id="rId60" Type="http://schemas.openxmlformats.org/officeDocument/2006/relationships/image" Target="../media/image-26-60.svg"/><Relationship Id="rId61" Type="http://schemas.openxmlformats.org/officeDocument/2006/relationships/image" Target="../media/image-26-61.png"/><Relationship Id="rId62" Type="http://schemas.openxmlformats.org/officeDocument/2006/relationships/image" Target="../media/image-26-62.svg"/><Relationship Id="rId63" Type="http://schemas.openxmlformats.org/officeDocument/2006/relationships/image" Target="../media/image-26-63.png"/><Relationship Id="rId64" Type="http://schemas.openxmlformats.org/officeDocument/2006/relationships/image" Target="../media/image-26-64.svg"/><Relationship Id="rId65" Type="http://schemas.openxmlformats.org/officeDocument/2006/relationships/image" Target="../media/image-26-65.png"/><Relationship Id="rId66" Type="http://schemas.openxmlformats.org/officeDocument/2006/relationships/image" Target="../media/image-26-66.svg"/><Relationship Id="rId67" Type="http://schemas.openxmlformats.org/officeDocument/2006/relationships/image" Target="../media/image-26-67.png"/><Relationship Id="rId68" Type="http://schemas.openxmlformats.org/officeDocument/2006/relationships/image" Target="../media/image-26-68.svg"/><Relationship Id="rId69" Type="http://schemas.openxmlformats.org/officeDocument/2006/relationships/image" Target="../media/image-26-69.png"/><Relationship Id="rId70" Type="http://schemas.openxmlformats.org/officeDocument/2006/relationships/image" Target="../media/image-26-70.svg"/><Relationship Id="rId71" Type="http://schemas.openxmlformats.org/officeDocument/2006/relationships/image" Target="../media/image-26-71.png"/><Relationship Id="rId72" Type="http://schemas.openxmlformats.org/officeDocument/2006/relationships/image" Target="../media/image-26-72.svg"/><Relationship Id="rId73" Type="http://schemas.openxmlformats.org/officeDocument/2006/relationships/image" Target="../media/image-26-73.png"/><Relationship Id="rId74" Type="http://schemas.openxmlformats.org/officeDocument/2006/relationships/image" Target="../media/image-26-74.svg"/><Relationship Id="rId75" Type="http://schemas.openxmlformats.org/officeDocument/2006/relationships/image" Target="../media/image-26-75.png"/><Relationship Id="rId76" Type="http://schemas.openxmlformats.org/officeDocument/2006/relationships/image" Target="../media/image-26-76.svg"/><Relationship Id="rId77" Type="http://schemas.openxmlformats.org/officeDocument/2006/relationships/image" Target="../media/image-26-77.png"/><Relationship Id="rId78" Type="http://schemas.openxmlformats.org/officeDocument/2006/relationships/image" Target="../media/image-26-78.svg"/><Relationship Id="rId79" Type="http://schemas.openxmlformats.org/officeDocument/2006/relationships/image" Target="../media/image-26-79.png"/><Relationship Id="rId80" Type="http://schemas.openxmlformats.org/officeDocument/2006/relationships/image" Target="../media/image-26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image" Target="../media/image-27-3.png"/><Relationship Id="rId4" Type="http://schemas.openxmlformats.org/officeDocument/2006/relationships/image" Target="../media/image-27-4.svg"/><Relationship Id="rId5" Type="http://schemas.openxmlformats.org/officeDocument/2006/relationships/image" Target="../media/image-27-5.png"/><Relationship Id="rId6" Type="http://schemas.openxmlformats.org/officeDocument/2006/relationships/image" Target="../media/image-27-6.svg"/><Relationship Id="rId7" Type="http://schemas.openxmlformats.org/officeDocument/2006/relationships/image" Target="../media/image-27-7.png"/><Relationship Id="rId8" Type="http://schemas.openxmlformats.org/officeDocument/2006/relationships/image" Target="../media/image-27-8.svg"/><Relationship Id="rId9" Type="http://schemas.openxmlformats.org/officeDocument/2006/relationships/image" Target="../media/image-27-9.png"/><Relationship Id="rId10" Type="http://schemas.openxmlformats.org/officeDocument/2006/relationships/image" Target="../media/image-27-10.sv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svg"/><Relationship Id="rId13" Type="http://schemas.openxmlformats.org/officeDocument/2006/relationships/image" Target="../media/image-27-13.png"/><Relationship Id="rId14" Type="http://schemas.openxmlformats.org/officeDocument/2006/relationships/image" Target="../media/image-27-14.svg"/><Relationship Id="rId15" Type="http://schemas.openxmlformats.org/officeDocument/2006/relationships/image" Target="../media/image-27-15.png"/><Relationship Id="rId16" Type="http://schemas.openxmlformats.org/officeDocument/2006/relationships/image" Target="../media/image-27-16.svg"/><Relationship Id="rId17" Type="http://schemas.openxmlformats.org/officeDocument/2006/relationships/image" Target="../media/image-27-17.png"/><Relationship Id="rId18" Type="http://schemas.openxmlformats.org/officeDocument/2006/relationships/image" Target="../media/image-27-18.svg"/><Relationship Id="rId19" Type="http://schemas.openxmlformats.org/officeDocument/2006/relationships/image" Target="../media/image-27-19.png"/><Relationship Id="rId20" Type="http://schemas.openxmlformats.org/officeDocument/2006/relationships/image" Target="../media/image-27-20.svg"/><Relationship Id="rId21" Type="http://schemas.openxmlformats.org/officeDocument/2006/relationships/image" Target="../media/image-27-21.png"/><Relationship Id="rId22" Type="http://schemas.openxmlformats.org/officeDocument/2006/relationships/image" Target="../media/image-27-22.svg"/><Relationship Id="rId23" Type="http://schemas.openxmlformats.org/officeDocument/2006/relationships/image" Target="../media/image-27-23.png"/><Relationship Id="rId24" Type="http://schemas.openxmlformats.org/officeDocument/2006/relationships/image" Target="../media/image-27-24.svg"/><Relationship Id="rId25" Type="http://schemas.openxmlformats.org/officeDocument/2006/relationships/image" Target="../media/image-27-25.png"/><Relationship Id="rId26" Type="http://schemas.openxmlformats.org/officeDocument/2006/relationships/image" Target="../media/image-27-26.svg"/><Relationship Id="rId27" Type="http://schemas.openxmlformats.org/officeDocument/2006/relationships/image" Target="../media/image-27-27.png"/><Relationship Id="rId28" Type="http://schemas.openxmlformats.org/officeDocument/2006/relationships/image" Target="../media/image-27-28.svg"/><Relationship Id="rId29" Type="http://schemas.openxmlformats.org/officeDocument/2006/relationships/image" Target="../media/image-27-29.png"/><Relationship Id="rId30" Type="http://schemas.openxmlformats.org/officeDocument/2006/relationships/image" Target="../media/image-27-30.svg"/><Relationship Id="rId31" Type="http://schemas.openxmlformats.org/officeDocument/2006/relationships/image" Target="../media/image-27-31.png"/><Relationship Id="rId32" Type="http://schemas.openxmlformats.org/officeDocument/2006/relationships/image" Target="../media/image-27-32.svg"/><Relationship Id="rId33" Type="http://schemas.openxmlformats.org/officeDocument/2006/relationships/image" Target="../media/image-27-33.png"/><Relationship Id="rId34" Type="http://schemas.openxmlformats.org/officeDocument/2006/relationships/image" Target="../media/image-27-34.svg"/><Relationship Id="rId35" Type="http://schemas.openxmlformats.org/officeDocument/2006/relationships/image" Target="../media/image-27-35.png"/><Relationship Id="rId36" Type="http://schemas.openxmlformats.org/officeDocument/2006/relationships/image" Target="../media/image-27-36.svg"/><Relationship Id="rId37" Type="http://schemas.openxmlformats.org/officeDocument/2006/relationships/image" Target="../media/image-27-37.png"/><Relationship Id="rId38" Type="http://schemas.openxmlformats.org/officeDocument/2006/relationships/image" Target="../media/image-27-38.svg"/><Relationship Id="rId39" Type="http://schemas.openxmlformats.org/officeDocument/2006/relationships/image" Target="../media/image-27-39.png"/><Relationship Id="rId40" Type="http://schemas.openxmlformats.org/officeDocument/2006/relationships/image" Target="../media/image-27-40.svg"/><Relationship Id="rId41" Type="http://schemas.openxmlformats.org/officeDocument/2006/relationships/image" Target="../media/image-27-41.png"/><Relationship Id="rId42" Type="http://schemas.openxmlformats.org/officeDocument/2006/relationships/image" Target="../media/image-27-42.svg"/><Relationship Id="rId43" Type="http://schemas.openxmlformats.org/officeDocument/2006/relationships/image" Target="../media/image-27-43.png"/><Relationship Id="rId44" Type="http://schemas.openxmlformats.org/officeDocument/2006/relationships/image" Target="../media/image-27-44.svg"/><Relationship Id="rId45" Type="http://schemas.openxmlformats.org/officeDocument/2006/relationships/image" Target="../media/image-27-45.png"/><Relationship Id="rId46" Type="http://schemas.openxmlformats.org/officeDocument/2006/relationships/image" Target="../media/image-27-46.svg"/><Relationship Id="rId47" Type="http://schemas.openxmlformats.org/officeDocument/2006/relationships/image" Target="../media/image-27-47.png"/><Relationship Id="rId48" Type="http://schemas.openxmlformats.org/officeDocument/2006/relationships/image" Target="../media/image-27-48.svg"/><Relationship Id="rId49" Type="http://schemas.openxmlformats.org/officeDocument/2006/relationships/image" Target="../media/image-27-49.png"/><Relationship Id="rId50" Type="http://schemas.openxmlformats.org/officeDocument/2006/relationships/image" Target="../media/image-27-50.svg"/><Relationship Id="rId51" Type="http://schemas.openxmlformats.org/officeDocument/2006/relationships/image" Target="../media/image-27-51.png"/><Relationship Id="rId52" Type="http://schemas.openxmlformats.org/officeDocument/2006/relationships/image" Target="../media/image-27-52.svg"/><Relationship Id="rId53" Type="http://schemas.openxmlformats.org/officeDocument/2006/relationships/image" Target="../media/image-27-53.png"/><Relationship Id="rId54" Type="http://schemas.openxmlformats.org/officeDocument/2006/relationships/image" Target="../media/image-27-54.svg"/><Relationship Id="rId55" Type="http://schemas.openxmlformats.org/officeDocument/2006/relationships/image" Target="../media/image-27-55.png"/><Relationship Id="rId56" Type="http://schemas.openxmlformats.org/officeDocument/2006/relationships/image" Target="../media/image-27-56.svg"/><Relationship Id="rId57" Type="http://schemas.openxmlformats.org/officeDocument/2006/relationships/image" Target="../media/image-27-57.png"/><Relationship Id="rId58" Type="http://schemas.openxmlformats.org/officeDocument/2006/relationships/image" Target="../media/image-27-58.svg"/><Relationship Id="rId59" Type="http://schemas.openxmlformats.org/officeDocument/2006/relationships/image" Target="../media/image-27-59.png"/><Relationship Id="rId60" Type="http://schemas.openxmlformats.org/officeDocument/2006/relationships/image" Target="../media/image-27-60.svg"/><Relationship Id="rId61" Type="http://schemas.openxmlformats.org/officeDocument/2006/relationships/image" Target="../media/image-27-61.png"/><Relationship Id="rId62" Type="http://schemas.openxmlformats.org/officeDocument/2006/relationships/image" Target="../media/image-27-62.svg"/><Relationship Id="rId63" Type="http://schemas.openxmlformats.org/officeDocument/2006/relationships/image" Target="../media/image-27-63.png"/><Relationship Id="rId64" Type="http://schemas.openxmlformats.org/officeDocument/2006/relationships/image" Target="../media/image-27-64.svg"/><Relationship Id="rId65" Type="http://schemas.openxmlformats.org/officeDocument/2006/relationships/image" Target="../media/image-27-65.png"/><Relationship Id="rId66" Type="http://schemas.openxmlformats.org/officeDocument/2006/relationships/image" Target="../media/image-27-66.svg"/><Relationship Id="rId67" Type="http://schemas.openxmlformats.org/officeDocument/2006/relationships/image" Target="../media/image-27-67.png"/><Relationship Id="rId68" Type="http://schemas.openxmlformats.org/officeDocument/2006/relationships/image" Target="../media/image-27-68.svg"/><Relationship Id="rId69" Type="http://schemas.openxmlformats.org/officeDocument/2006/relationships/image" Target="../media/image-27-69.png"/><Relationship Id="rId70" Type="http://schemas.openxmlformats.org/officeDocument/2006/relationships/image" Target="../media/image-27-70.svg"/><Relationship Id="rId71" Type="http://schemas.openxmlformats.org/officeDocument/2006/relationships/image" Target="../media/image-27-71.png"/><Relationship Id="rId72" Type="http://schemas.openxmlformats.org/officeDocument/2006/relationships/image" Target="../media/image-27-72.svg"/><Relationship Id="rId73" Type="http://schemas.openxmlformats.org/officeDocument/2006/relationships/image" Target="../media/image-27-73.png"/><Relationship Id="rId74" Type="http://schemas.openxmlformats.org/officeDocument/2006/relationships/image" Target="../media/image-27-74.svg"/><Relationship Id="rId75" Type="http://schemas.openxmlformats.org/officeDocument/2006/relationships/image" Target="../media/image-27-75.png"/><Relationship Id="rId76" Type="http://schemas.openxmlformats.org/officeDocument/2006/relationships/image" Target="../media/image-27-76.svg"/><Relationship Id="rId77" Type="http://schemas.openxmlformats.org/officeDocument/2006/relationships/image" Target="../media/image-27-77.png"/><Relationship Id="rId78" Type="http://schemas.openxmlformats.org/officeDocument/2006/relationships/image" Target="../media/image-27-78.svg"/><Relationship Id="rId79" Type="http://schemas.openxmlformats.org/officeDocument/2006/relationships/image" Target="../media/image-27-79.png"/><Relationship Id="rId80" Type="http://schemas.openxmlformats.org/officeDocument/2006/relationships/image" Target="../media/image-27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image" Target="../media/image-28-3.png"/><Relationship Id="rId4" Type="http://schemas.openxmlformats.org/officeDocument/2006/relationships/image" Target="../media/image-28-4.svg"/><Relationship Id="rId5" Type="http://schemas.openxmlformats.org/officeDocument/2006/relationships/image" Target="../media/image-28-5.png"/><Relationship Id="rId6" Type="http://schemas.openxmlformats.org/officeDocument/2006/relationships/image" Target="../media/image-28-6.svg"/><Relationship Id="rId7" Type="http://schemas.openxmlformats.org/officeDocument/2006/relationships/image" Target="../media/image-28-7.png"/><Relationship Id="rId8" Type="http://schemas.openxmlformats.org/officeDocument/2006/relationships/image" Target="../media/image-28-8.svg"/><Relationship Id="rId9" Type="http://schemas.openxmlformats.org/officeDocument/2006/relationships/image" Target="../media/image-28-9.png"/><Relationship Id="rId10" Type="http://schemas.openxmlformats.org/officeDocument/2006/relationships/image" Target="../media/image-28-10.svg"/><Relationship Id="rId11" Type="http://schemas.openxmlformats.org/officeDocument/2006/relationships/image" Target="../media/image-28-11.png"/><Relationship Id="rId12" Type="http://schemas.openxmlformats.org/officeDocument/2006/relationships/image" Target="../media/image-28-12.svg"/><Relationship Id="rId13" Type="http://schemas.openxmlformats.org/officeDocument/2006/relationships/image" Target="../media/image-28-13.png"/><Relationship Id="rId14" Type="http://schemas.openxmlformats.org/officeDocument/2006/relationships/image" Target="../media/image-28-14.svg"/><Relationship Id="rId15" Type="http://schemas.openxmlformats.org/officeDocument/2006/relationships/image" Target="../media/image-28-15.png"/><Relationship Id="rId16" Type="http://schemas.openxmlformats.org/officeDocument/2006/relationships/image" Target="../media/image-28-16.svg"/><Relationship Id="rId17" Type="http://schemas.openxmlformats.org/officeDocument/2006/relationships/image" Target="../media/image-28-17.png"/><Relationship Id="rId18" Type="http://schemas.openxmlformats.org/officeDocument/2006/relationships/image" Target="../media/image-28-18.svg"/><Relationship Id="rId19" Type="http://schemas.openxmlformats.org/officeDocument/2006/relationships/image" Target="../media/image-28-19.png"/><Relationship Id="rId20" Type="http://schemas.openxmlformats.org/officeDocument/2006/relationships/image" Target="../media/image-28-20.svg"/><Relationship Id="rId21" Type="http://schemas.openxmlformats.org/officeDocument/2006/relationships/image" Target="../media/image-28-21.png"/><Relationship Id="rId22" Type="http://schemas.openxmlformats.org/officeDocument/2006/relationships/image" Target="../media/image-28-22.svg"/><Relationship Id="rId23" Type="http://schemas.openxmlformats.org/officeDocument/2006/relationships/image" Target="../media/image-28-23.png"/><Relationship Id="rId24" Type="http://schemas.openxmlformats.org/officeDocument/2006/relationships/image" Target="../media/image-28-24.svg"/><Relationship Id="rId25" Type="http://schemas.openxmlformats.org/officeDocument/2006/relationships/image" Target="../media/image-28-25.png"/><Relationship Id="rId26" Type="http://schemas.openxmlformats.org/officeDocument/2006/relationships/image" Target="../media/image-28-26.svg"/><Relationship Id="rId27" Type="http://schemas.openxmlformats.org/officeDocument/2006/relationships/image" Target="../media/image-28-27.png"/><Relationship Id="rId28" Type="http://schemas.openxmlformats.org/officeDocument/2006/relationships/image" Target="../media/image-28-28.svg"/><Relationship Id="rId29" Type="http://schemas.openxmlformats.org/officeDocument/2006/relationships/image" Target="../media/image-28-29.png"/><Relationship Id="rId30" Type="http://schemas.openxmlformats.org/officeDocument/2006/relationships/image" Target="../media/image-28-30.svg"/><Relationship Id="rId31" Type="http://schemas.openxmlformats.org/officeDocument/2006/relationships/image" Target="../media/image-28-31.png"/><Relationship Id="rId32" Type="http://schemas.openxmlformats.org/officeDocument/2006/relationships/image" Target="../media/image-28-32.svg"/><Relationship Id="rId33" Type="http://schemas.openxmlformats.org/officeDocument/2006/relationships/image" Target="../media/image-28-33.png"/><Relationship Id="rId34" Type="http://schemas.openxmlformats.org/officeDocument/2006/relationships/image" Target="../media/image-28-34.svg"/><Relationship Id="rId35" Type="http://schemas.openxmlformats.org/officeDocument/2006/relationships/image" Target="../media/image-28-35.png"/><Relationship Id="rId36" Type="http://schemas.openxmlformats.org/officeDocument/2006/relationships/image" Target="../media/image-28-36.svg"/><Relationship Id="rId37" Type="http://schemas.openxmlformats.org/officeDocument/2006/relationships/image" Target="../media/image-28-37.png"/><Relationship Id="rId38" Type="http://schemas.openxmlformats.org/officeDocument/2006/relationships/image" Target="../media/image-28-38.svg"/><Relationship Id="rId39" Type="http://schemas.openxmlformats.org/officeDocument/2006/relationships/image" Target="../media/image-28-39.png"/><Relationship Id="rId40" Type="http://schemas.openxmlformats.org/officeDocument/2006/relationships/image" Target="../media/image-28-40.svg"/><Relationship Id="rId41" Type="http://schemas.openxmlformats.org/officeDocument/2006/relationships/image" Target="../media/image-28-41.png"/><Relationship Id="rId42" Type="http://schemas.openxmlformats.org/officeDocument/2006/relationships/image" Target="../media/image-28-42.svg"/><Relationship Id="rId43" Type="http://schemas.openxmlformats.org/officeDocument/2006/relationships/image" Target="../media/image-28-43.png"/><Relationship Id="rId44" Type="http://schemas.openxmlformats.org/officeDocument/2006/relationships/image" Target="../media/image-28-44.svg"/><Relationship Id="rId45" Type="http://schemas.openxmlformats.org/officeDocument/2006/relationships/image" Target="../media/image-28-45.png"/><Relationship Id="rId46" Type="http://schemas.openxmlformats.org/officeDocument/2006/relationships/image" Target="../media/image-28-46.svg"/><Relationship Id="rId47" Type="http://schemas.openxmlformats.org/officeDocument/2006/relationships/image" Target="../media/image-28-47.png"/><Relationship Id="rId48" Type="http://schemas.openxmlformats.org/officeDocument/2006/relationships/image" Target="../media/image-28-48.svg"/><Relationship Id="rId49" Type="http://schemas.openxmlformats.org/officeDocument/2006/relationships/image" Target="../media/image-28-49.png"/><Relationship Id="rId50" Type="http://schemas.openxmlformats.org/officeDocument/2006/relationships/image" Target="../media/image-28-50.svg"/><Relationship Id="rId51" Type="http://schemas.openxmlformats.org/officeDocument/2006/relationships/image" Target="../media/image-28-51.png"/><Relationship Id="rId52" Type="http://schemas.openxmlformats.org/officeDocument/2006/relationships/image" Target="../media/image-28-52.svg"/><Relationship Id="rId53" Type="http://schemas.openxmlformats.org/officeDocument/2006/relationships/image" Target="../media/image-28-53.png"/><Relationship Id="rId54" Type="http://schemas.openxmlformats.org/officeDocument/2006/relationships/image" Target="../media/image-28-54.svg"/><Relationship Id="rId55" Type="http://schemas.openxmlformats.org/officeDocument/2006/relationships/image" Target="../media/image-28-55.png"/><Relationship Id="rId56" Type="http://schemas.openxmlformats.org/officeDocument/2006/relationships/image" Target="../media/image-28-56.svg"/><Relationship Id="rId57" Type="http://schemas.openxmlformats.org/officeDocument/2006/relationships/image" Target="../media/image-28-57.png"/><Relationship Id="rId58" Type="http://schemas.openxmlformats.org/officeDocument/2006/relationships/image" Target="../media/image-28-58.svg"/><Relationship Id="rId59" Type="http://schemas.openxmlformats.org/officeDocument/2006/relationships/image" Target="../media/image-28-59.png"/><Relationship Id="rId60" Type="http://schemas.openxmlformats.org/officeDocument/2006/relationships/image" Target="../media/image-28-60.svg"/><Relationship Id="rId61" Type="http://schemas.openxmlformats.org/officeDocument/2006/relationships/image" Target="../media/image-28-61.png"/><Relationship Id="rId62" Type="http://schemas.openxmlformats.org/officeDocument/2006/relationships/image" Target="../media/image-28-62.svg"/><Relationship Id="rId63" Type="http://schemas.openxmlformats.org/officeDocument/2006/relationships/image" Target="../media/image-28-63.png"/><Relationship Id="rId64" Type="http://schemas.openxmlformats.org/officeDocument/2006/relationships/image" Target="../media/image-28-64.svg"/><Relationship Id="rId65" Type="http://schemas.openxmlformats.org/officeDocument/2006/relationships/image" Target="../media/image-28-65.png"/><Relationship Id="rId66" Type="http://schemas.openxmlformats.org/officeDocument/2006/relationships/image" Target="../media/image-28-66.svg"/><Relationship Id="rId67" Type="http://schemas.openxmlformats.org/officeDocument/2006/relationships/image" Target="../media/image-28-67.png"/><Relationship Id="rId68" Type="http://schemas.openxmlformats.org/officeDocument/2006/relationships/image" Target="../media/image-28-68.svg"/><Relationship Id="rId69" Type="http://schemas.openxmlformats.org/officeDocument/2006/relationships/image" Target="../media/image-28-69.png"/><Relationship Id="rId70" Type="http://schemas.openxmlformats.org/officeDocument/2006/relationships/image" Target="../media/image-28-70.svg"/><Relationship Id="rId71" Type="http://schemas.openxmlformats.org/officeDocument/2006/relationships/image" Target="../media/image-28-71.png"/><Relationship Id="rId72" Type="http://schemas.openxmlformats.org/officeDocument/2006/relationships/image" Target="../media/image-28-72.svg"/><Relationship Id="rId73" Type="http://schemas.openxmlformats.org/officeDocument/2006/relationships/image" Target="../media/image-28-73.png"/><Relationship Id="rId74" Type="http://schemas.openxmlformats.org/officeDocument/2006/relationships/image" Target="../media/image-28-74.svg"/><Relationship Id="rId75" Type="http://schemas.openxmlformats.org/officeDocument/2006/relationships/image" Target="../media/image-28-75.png"/><Relationship Id="rId76" Type="http://schemas.openxmlformats.org/officeDocument/2006/relationships/image" Target="../media/image-28-76.svg"/><Relationship Id="rId77" Type="http://schemas.openxmlformats.org/officeDocument/2006/relationships/image" Target="../media/image-28-77.png"/><Relationship Id="rId78" Type="http://schemas.openxmlformats.org/officeDocument/2006/relationships/image" Target="../media/image-28-78.svg"/><Relationship Id="rId79" Type="http://schemas.openxmlformats.org/officeDocument/2006/relationships/image" Target="../media/image-28-79.png"/><Relationship Id="rId80" Type="http://schemas.openxmlformats.org/officeDocument/2006/relationships/image" Target="../media/image-28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image" Target="../media/image-29-3.png"/><Relationship Id="rId4" Type="http://schemas.openxmlformats.org/officeDocument/2006/relationships/image" Target="../media/image-29-4.svg"/><Relationship Id="rId5" Type="http://schemas.openxmlformats.org/officeDocument/2006/relationships/image" Target="../media/image-29-5.png"/><Relationship Id="rId6" Type="http://schemas.openxmlformats.org/officeDocument/2006/relationships/image" Target="../media/image-29-6.svg"/><Relationship Id="rId7" Type="http://schemas.openxmlformats.org/officeDocument/2006/relationships/image" Target="../media/image-29-7.png"/><Relationship Id="rId8" Type="http://schemas.openxmlformats.org/officeDocument/2006/relationships/image" Target="../media/image-29-8.svg"/><Relationship Id="rId9" Type="http://schemas.openxmlformats.org/officeDocument/2006/relationships/image" Target="../media/image-29-9.png"/><Relationship Id="rId10" Type="http://schemas.openxmlformats.org/officeDocument/2006/relationships/image" Target="../media/image-29-10.svg"/><Relationship Id="rId11" Type="http://schemas.openxmlformats.org/officeDocument/2006/relationships/image" Target="../media/image-29-11.png"/><Relationship Id="rId12" Type="http://schemas.openxmlformats.org/officeDocument/2006/relationships/image" Target="../media/image-29-12.svg"/><Relationship Id="rId13" Type="http://schemas.openxmlformats.org/officeDocument/2006/relationships/image" Target="../media/image-29-13.png"/><Relationship Id="rId14" Type="http://schemas.openxmlformats.org/officeDocument/2006/relationships/image" Target="../media/image-29-14.svg"/><Relationship Id="rId15" Type="http://schemas.openxmlformats.org/officeDocument/2006/relationships/image" Target="../media/image-29-15.png"/><Relationship Id="rId16" Type="http://schemas.openxmlformats.org/officeDocument/2006/relationships/image" Target="../media/image-29-16.svg"/><Relationship Id="rId17" Type="http://schemas.openxmlformats.org/officeDocument/2006/relationships/image" Target="../media/image-29-17.png"/><Relationship Id="rId18" Type="http://schemas.openxmlformats.org/officeDocument/2006/relationships/image" Target="../media/image-29-18.svg"/><Relationship Id="rId19" Type="http://schemas.openxmlformats.org/officeDocument/2006/relationships/image" Target="../media/image-29-19.png"/><Relationship Id="rId20" Type="http://schemas.openxmlformats.org/officeDocument/2006/relationships/image" Target="../media/image-29-20.svg"/><Relationship Id="rId21" Type="http://schemas.openxmlformats.org/officeDocument/2006/relationships/image" Target="../media/image-29-21.png"/><Relationship Id="rId22" Type="http://schemas.openxmlformats.org/officeDocument/2006/relationships/image" Target="../media/image-29-22.svg"/><Relationship Id="rId23" Type="http://schemas.openxmlformats.org/officeDocument/2006/relationships/image" Target="../media/image-29-23.png"/><Relationship Id="rId24" Type="http://schemas.openxmlformats.org/officeDocument/2006/relationships/image" Target="../media/image-29-24.svg"/><Relationship Id="rId25" Type="http://schemas.openxmlformats.org/officeDocument/2006/relationships/image" Target="../media/image-29-25.png"/><Relationship Id="rId26" Type="http://schemas.openxmlformats.org/officeDocument/2006/relationships/image" Target="../media/image-29-26.svg"/><Relationship Id="rId27" Type="http://schemas.openxmlformats.org/officeDocument/2006/relationships/image" Target="../media/image-29-27.png"/><Relationship Id="rId28" Type="http://schemas.openxmlformats.org/officeDocument/2006/relationships/image" Target="../media/image-29-28.svg"/><Relationship Id="rId29" Type="http://schemas.openxmlformats.org/officeDocument/2006/relationships/image" Target="../media/image-29-29.png"/><Relationship Id="rId30" Type="http://schemas.openxmlformats.org/officeDocument/2006/relationships/image" Target="../media/image-29-30.svg"/><Relationship Id="rId31" Type="http://schemas.openxmlformats.org/officeDocument/2006/relationships/image" Target="../media/image-29-31.png"/><Relationship Id="rId32" Type="http://schemas.openxmlformats.org/officeDocument/2006/relationships/image" Target="../media/image-29-32.svg"/><Relationship Id="rId33" Type="http://schemas.openxmlformats.org/officeDocument/2006/relationships/image" Target="../media/image-29-33.png"/><Relationship Id="rId34" Type="http://schemas.openxmlformats.org/officeDocument/2006/relationships/image" Target="../media/image-29-34.svg"/><Relationship Id="rId35" Type="http://schemas.openxmlformats.org/officeDocument/2006/relationships/image" Target="../media/image-29-35.png"/><Relationship Id="rId36" Type="http://schemas.openxmlformats.org/officeDocument/2006/relationships/image" Target="../media/image-29-36.svg"/><Relationship Id="rId37" Type="http://schemas.openxmlformats.org/officeDocument/2006/relationships/image" Target="../media/image-29-37.png"/><Relationship Id="rId38" Type="http://schemas.openxmlformats.org/officeDocument/2006/relationships/image" Target="../media/image-29-38.svg"/><Relationship Id="rId39" Type="http://schemas.openxmlformats.org/officeDocument/2006/relationships/image" Target="../media/image-29-39.png"/><Relationship Id="rId40" Type="http://schemas.openxmlformats.org/officeDocument/2006/relationships/image" Target="../media/image-29-40.svg"/><Relationship Id="rId41" Type="http://schemas.openxmlformats.org/officeDocument/2006/relationships/image" Target="../media/image-29-41.png"/><Relationship Id="rId42" Type="http://schemas.openxmlformats.org/officeDocument/2006/relationships/image" Target="../media/image-29-42.svg"/><Relationship Id="rId43" Type="http://schemas.openxmlformats.org/officeDocument/2006/relationships/image" Target="../media/image-29-43.png"/><Relationship Id="rId44" Type="http://schemas.openxmlformats.org/officeDocument/2006/relationships/image" Target="../media/image-29-44.svg"/><Relationship Id="rId45" Type="http://schemas.openxmlformats.org/officeDocument/2006/relationships/image" Target="../media/image-29-45.png"/><Relationship Id="rId46" Type="http://schemas.openxmlformats.org/officeDocument/2006/relationships/image" Target="../media/image-29-46.svg"/><Relationship Id="rId47" Type="http://schemas.openxmlformats.org/officeDocument/2006/relationships/image" Target="../media/image-29-47.png"/><Relationship Id="rId48" Type="http://schemas.openxmlformats.org/officeDocument/2006/relationships/image" Target="../media/image-29-48.svg"/><Relationship Id="rId49" Type="http://schemas.openxmlformats.org/officeDocument/2006/relationships/image" Target="../media/image-29-49.png"/><Relationship Id="rId50" Type="http://schemas.openxmlformats.org/officeDocument/2006/relationships/image" Target="../media/image-29-50.svg"/><Relationship Id="rId51" Type="http://schemas.openxmlformats.org/officeDocument/2006/relationships/image" Target="../media/image-29-51.png"/><Relationship Id="rId52" Type="http://schemas.openxmlformats.org/officeDocument/2006/relationships/image" Target="../media/image-29-52.svg"/><Relationship Id="rId53" Type="http://schemas.openxmlformats.org/officeDocument/2006/relationships/image" Target="../media/image-29-53.png"/><Relationship Id="rId54" Type="http://schemas.openxmlformats.org/officeDocument/2006/relationships/image" Target="../media/image-29-54.svg"/><Relationship Id="rId55" Type="http://schemas.openxmlformats.org/officeDocument/2006/relationships/image" Target="../media/image-29-55.png"/><Relationship Id="rId56" Type="http://schemas.openxmlformats.org/officeDocument/2006/relationships/image" Target="../media/image-29-56.svg"/><Relationship Id="rId57" Type="http://schemas.openxmlformats.org/officeDocument/2006/relationships/image" Target="../media/image-29-57.png"/><Relationship Id="rId58" Type="http://schemas.openxmlformats.org/officeDocument/2006/relationships/image" Target="../media/image-29-58.svg"/><Relationship Id="rId59" Type="http://schemas.openxmlformats.org/officeDocument/2006/relationships/image" Target="../media/image-29-59.png"/><Relationship Id="rId60" Type="http://schemas.openxmlformats.org/officeDocument/2006/relationships/image" Target="../media/image-29-60.svg"/><Relationship Id="rId61" Type="http://schemas.openxmlformats.org/officeDocument/2006/relationships/image" Target="../media/image-29-61.png"/><Relationship Id="rId62" Type="http://schemas.openxmlformats.org/officeDocument/2006/relationships/image" Target="../media/image-29-62.svg"/><Relationship Id="rId63" Type="http://schemas.openxmlformats.org/officeDocument/2006/relationships/image" Target="../media/image-29-63.png"/><Relationship Id="rId64" Type="http://schemas.openxmlformats.org/officeDocument/2006/relationships/image" Target="../media/image-29-64.svg"/><Relationship Id="rId65" Type="http://schemas.openxmlformats.org/officeDocument/2006/relationships/image" Target="../media/image-29-65.png"/><Relationship Id="rId66" Type="http://schemas.openxmlformats.org/officeDocument/2006/relationships/image" Target="../media/image-29-66.svg"/><Relationship Id="rId67" Type="http://schemas.openxmlformats.org/officeDocument/2006/relationships/image" Target="../media/image-29-67.png"/><Relationship Id="rId68" Type="http://schemas.openxmlformats.org/officeDocument/2006/relationships/image" Target="../media/image-29-68.svg"/><Relationship Id="rId69" Type="http://schemas.openxmlformats.org/officeDocument/2006/relationships/image" Target="../media/image-29-69.png"/><Relationship Id="rId70" Type="http://schemas.openxmlformats.org/officeDocument/2006/relationships/image" Target="../media/image-29-70.svg"/><Relationship Id="rId71" Type="http://schemas.openxmlformats.org/officeDocument/2006/relationships/image" Target="../media/image-29-71.png"/><Relationship Id="rId72" Type="http://schemas.openxmlformats.org/officeDocument/2006/relationships/image" Target="../media/image-29-72.svg"/><Relationship Id="rId73" Type="http://schemas.openxmlformats.org/officeDocument/2006/relationships/image" Target="../media/image-29-73.png"/><Relationship Id="rId74" Type="http://schemas.openxmlformats.org/officeDocument/2006/relationships/image" Target="../media/image-29-74.svg"/><Relationship Id="rId75" Type="http://schemas.openxmlformats.org/officeDocument/2006/relationships/image" Target="../media/image-29-75.png"/><Relationship Id="rId76" Type="http://schemas.openxmlformats.org/officeDocument/2006/relationships/image" Target="../media/image-29-76.svg"/><Relationship Id="rId77" Type="http://schemas.openxmlformats.org/officeDocument/2006/relationships/image" Target="../media/image-29-77.png"/><Relationship Id="rId78" Type="http://schemas.openxmlformats.org/officeDocument/2006/relationships/image" Target="../media/image-29-78.svg"/><Relationship Id="rId79" Type="http://schemas.openxmlformats.org/officeDocument/2006/relationships/image" Target="../media/image-29-79.png"/><Relationship Id="rId80" Type="http://schemas.openxmlformats.org/officeDocument/2006/relationships/image" Target="../media/image-29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image" Target="../media/image-30-3.png"/><Relationship Id="rId4" Type="http://schemas.openxmlformats.org/officeDocument/2006/relationships/image" Target="../media/image-30-4.svg"/><Relationship Id="rId5" Type="http://schemas.openxmlformats.org/officeDocument/2006/relationships/image" Target="../media/image-30-5.png"/><Relationship Id="rId6" Type="http://schemas.openxmlformats.org/officeDocument/2006/relationships/image" Target="../media/image-30-6.svg"/><Relationship Id="rId7" Type="http://schemas.openxmlformats.org/officeDocument/2006/relationships/image" Target="../media/image-30-7.png"/><Relationship Id="rId8" Type="http://schemas.openxmlformats.org/officeDocument/2006/relationships/image" Target="../media/image-30-8.svg"/><Relationship Id="rId9" Type="http://schemas.openxmlformats.org/officeDocument/2006/relationships/image" Target="../media/image-30-9.png"/><Relationship Id="rId10" Type="http://schemas.openxmlformats.org/officeDocument/2006/relationships/image" Target="../media/image-30-10.svg"/><Relationship Id="rId11" Type="http://schemas.openxmlformats.org/officeDocument/2006/relationships/image" Target="../media/image-30-11.png"/><Relationship Id="rId12" Type="http://schemas.openxmlformats.org/officeDocument/2006/relationships/image" Target="../media/image-30-12.svg"/><Relationship Id="rId13" Type="http://schemas.openxmlformats.org/officeDocument/2006/relationships/image" Target="../media/image-30-13.png"/><Relationship Id="rId14" Type="http://schemas.openxmlformats.org/officeDocument/2006/relationships/image" Target="../media/image-30-14.svg"/><Relationship Id="rId15" Type="http://schemas.openxmlformats.org/officeDocument/2006/relationships/image" Target="../media/image-30-15.png"/><Relationship Id="rId16" Type="http://schemas.openxmlformats.org/officeDocument/2006/relationships/image" Target="../media/image-30-16.svg"/><Relationship Id="rId17" Type="http://schemas.openxmlformats.org/officeDocument/2006/relationships/image" Target="../media/image-30-17.png"/><Relationship Id="rId18" Type="http://schemas.openxmlformats.org/officeDocument/2006/relationships/image" Target="../media/image-30-18.svg"/><Relationship Id="rId19" Type="http://schemas.openxmlformats.org/officeDocument/2006/relationships/image" Target="../media/image-30-19.png"/><Relationship Id="rId20" Type="http://schemas.openxmlformats.org/officeDocument/2006/relationships/image" Target="../media/image-30-20.svg"/><Relationship Id="rId21" Type="http://schemas.openxmlformats.org/officeDocument/2006/relationships/image" Target="../media/image-30-21.png"/><Relationship Id="rId22" Type="http://schemas.openxmlformats.org/officeDocument/2006/relationships/image" Target="../media/image-30-22.svg"/><Relationship Id="rId23" Type="http://schemas.openxmlformats.org/officeDocument/2006/relationships/image" Target="../media/image-30-23.png"/><Relationship Id="rId24" Type="http://schemas.openxmlformats.org/officeDocument/2006/relationships/image" Target="../media/image-30-24.svg"/><Relationship Id="rId25" Type="http://schemas.openxmlformats.org/officeDocument/2006/relationships/image" Target="../media/image-30-25.png"/><Relationship Id="rId26" Type="http://schemas.openxmlformats.org/officeDocument/2006/relationships/image" Target="../media/image-30-26.svg"/><Relationship Id="rId27" Type="http://schemas.openxmlformats.org/officeDocument/2006/relationships/image" Target="../media/image-30-27.png"/><Relationship Id="rId28" Type="http://schemas.openxmlformats.org/officeDocument/2006/relationships/image" Target="../media/image-30-28.svg"/><Relationship Id="rId29" Type="http://schemas.openxmlformats.org/officeDocument/2006/relationships/image" Target="../media/image-30-29.png"/><Relationship Id="rId30" Type="http://schemas.openxmlformats.org/officeDocument/2006/relationships/image" Target="../media/image-30-30.svg"/><Relationship Id="rId31" Type="http://schemas.openxmlformats.org/officeDocument/2006/relationships/image" Target="../media/image-30-31.png"/><Relationship Id="rId32" Type="http://schemas.openxmlformats.org/officeDocument/2006/relationships/image" Target="../media/image-30-32.svg"/><Relationship Id="rId33" Type="http://schemas.openxmlformats.org/officeDocument/2006/relationships/image" Target="../media/image-30-33.png"/><Relationship Id="rId34" Type="http://schemas.openxmlformats.org/officeDocument/2006/relationships/image" Target="../media/image-30-34.svg"/><Relationship Id="rId35" Type="http://schemas.openxmlformats.org/officeDocument/2006/relationships/image" Target="../media/image-30-35.png"/><Relationship Id="rId36" Type="http://schemas.openxmlformats.org/officeDocument/2006/relationships/image" Target="../media/image-30-36.svg"/><Relationship Id="rId37" Type="http://schemas.openxmlformats.org/officeDocument/2006/relationships/image" Target="../media/image-30-37.png"/><Relationship Id="rId38" Type="http://schemas.openxmlformats.org/officeDocument/2006/relationships/image" Target="../media/image-30-38.svg"/><Relationship Id="rId39" Type="http://schemas.openxmlformats.org/officeDocument/2006/relationships/image" Target="../media/image-30-39.png"/><Relationship Id="rId40" Type="http://schemas.openxmlformats.org/officeDocument/2006/relationships/image" Target="../media/image-30-40.svg"/><Relationship Id="rId41" Type="http://schemas.openxmlformats.org/officeDocument/2006/relationships/image" Target="../media/image-30-41.png"/><Relationship Id="rId42" Type="http://schemas.openxmlformats.org/officeDocument/2006/relationships/image" Target="../media/image-30-42.svg"/><Relationship Id="rId43" Type="http://schemas.openxmlformats.org/officeDocument/2006/relationships/image" Target="../media/image-30-43.png"/><Relationship Id="rId44" Type="http://schemas.openxmlformats.org/officeDocument/2006/relationships/image" Target="../media/image-30-44.svg"/><Relationship Id="rId45" Type="http://schemas.openxmlformats.org/officeDocument/2006/relationships/image" Target="../media/image-30-45.png"/><Relationship Id="rId46" Type="http://schemas.openxmlformats.org/officeDocument/2006/relationships/image" Target="../media/image-30-46.svg"/><Relationship Id="rId47" Type="http://schemas.openxmlformats.org/officeDocument/2006/relationships/image" Target="../media/image-30-47.png"/><Relationship Id="rId48" Type="http://schemas.openxmlformats.org/officeDocument/2006/relationships/image" Target="../media/image-30-48.svg"/><Relationship Id="rId49" Type="http://schemas.openxmlformats.org/officeDocument/2006/relationships/image" Target="../media/image-30-49.png"/><Relationship Id="rId50" Type="http://schemas.openxmlformats.org/officeDocument/2006/relationships/image" Target="../media/image-30-50.svg"/><Relationship Id="rId51" Type="http://schemas.openxmlformats.org/officeDocument/2006/relationships/image" Target="../media/image-30-51.png"/><Relationship Id="rId52" Type="http://schemas.openxmlformats.org/officeDocument/2006/relationships/image" Target="../media/image-30-52.svg"/><Relationship Id="rId53" Type="http://schemas.openxmlformats.org/officeDocument/2006/relationships/image" Target="../media/image-30-53.png"/><Relationship Id="rId54" Type="http://schemas.openxmlformats.org/officeDocument/2006/relationships/image" Target="../media/image-30-54.svg"/><Relationship Id="rId55" Type="http://schemas.openxmlformats.org/officeDocument/2006/relationships/image" Target="../media/image-30-55.png"/><Relationship Id="rId56" Type="http://schemas.openxmlformats.org/officeDocument/2006/relationships/image" Target="../media/image-30-56.svg"/><Relationship Id="rId57" Type="http://schemas.openxmlformats.org/officeDocument/2006/relationships/image" Target="../media/image-30-57.png"/><Relationship Id="rId58" Type="http://schemas.openxmlformats.org/officeDocument/2006/relationships/image" Target="../media/image-30-58.svg"/><Relationship Id="rId59" Type="http://schemas.openxmlformats.org/officeDocument/2006/relationships/image" Target="../media/image-30-59.png"/><Relationship Id="rId60" Type="http://schemas.openxmlformats.org/officeDocument/2006/relationships/image" Target="../media/image-30-60.svg"/><Relationship Id="rId61" Type="http://schemas.openxmlformats.org/officeDocument/2006/relationships/image" Target="../media/image-30-61.png"/><Relationship Id="rId62" Type="http://schemas.openxmlformats.org/officeDocument/2006/relationships/image" Target="../media/image-30-62.svg"/><Relationship Id="rId63" Type="http://schemas.openxmlformats.org/officeDocument/2006/relationships/image" Target="../media/image-30-63.png"/><Relationship Id="rId64" Type="http://schemas.openxmlformats.org/officeDocument/2006/relationships/image" Target="../media/image-30-64.svg"/><Relationship Id="rId65" Type="http://schemas.openxmlformats.org/officeDocument/2006/relationships/image" Target="../media/image-30-65.png"/><Relationship Id="rId66" Type="http://schemas.openxmlformats.org/officeDocument/2006/relationships/image" Target="../media/image-30-66.svg"/><Relationship Id="rId67" Type="http://schemas.openxmlformats.org/officeDocument/2006/relationships/image" Target="../media/image-30-67.png"/><Relationship Id="rId68" Type="http://schemas.openxmlformats.org/officeDocument/2006/relationships/image" Target="../media/image-30-68.svg"/><Relationship Id="rId69" Type="http://schemas.openxmlformats.org/officeDocument/2006/relationships/image" Target="../media/image-30-69.png"/><Relationship Id="rId70" Type="http://schemas.openxmlformats.org/officeDocument/2006/relationships/image" Target="../media/image-30-70.svg"/><Relationship Id="rId71" Type="http://schemas.openxmlformats.org/officeDocument/2006/relationships/image" Target="../media/image-30-71.png"/><Relationship Id="rId72" Type="http://schemas.openxmlformats.org/officeDocument/2006/relationships/image" Target="../media/image-30-72.svg"/><Relationship Id="rId73" Type="http://schemas.openxmlformats.org/officeDocument/2006/relationships/image" Target="../media/image-30-73.png"/><Relationship Id="rId74" Type="http://schemas.openxmlformats.org/officeDocument/2006/relationships/image" Target="../media/image-30-74.svg"/><Relationship Id="rId75" Type="http://schemas.openxmlformats.org/officeDocument/2006/relationships/image" Target="../media/image-30-75.png"/><Relationship Id="rId76" Type="http://schemas.openxmlformats.org/officeDocument/2006/relationships/image" Target="../media/image-30-76.svg"/><Relationship Id="rId77" Type="http://schemas.openxmlformats.org/officeDocument/2006/relationships/image" Target="../media/image-30-77.png"/><Relationship Id="rId78" Type="http://schemas.openxmlformats.org/officeDocument/2006/relationships/image" Target="../media/image-30-78.svg"/><Relationship Id="rId79" Type="http://schemas.openxmlformats.org/officeDocument/2006/relationships/image" Target="../media/image-30-79.png"/><Relationship Id="rId80" Type="http://schemas.openxmlformats.org/officeDocument/2006/relationships/image" Target="../media/image-30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image" Target="../media/image-31-3.png"/><Relationship Id="rId4" Type="http://schemas.openxmlformats.org/officeDocument/2006/relationships/image" Target="../media/image-31-4.svg"/><Relationship Id="rId5" Type="http://schemas.openxmlformats.org/officeDocument/2006/relationships/image" Target="../media/image-31-5.png"/><Relationship Id="rId6" Type="http://schemas.openxmlformats.org/officeDocument/2006/relationships/image" Target="../media/image-31-6.svg"/><Relationship Id="rId7" Type="http://schemas.openxmlformats.org/officeDocument/2006/relationships/image" Target="../media/image-31-7.png"/><Relationship Id="rId8" Type="http://schemas.openxmlformats.org/officeDocument/2006/relationships/image" Target="../media/image-31-8.svg"/><Relationship Id="rId9" Type="http://schemas.openxmlformats.org/officeDocument/2006/relationships/image" Target="../media/image-31-9.png"/><Relationship Id="rId10" Type="http://schemas.openxmlformats.org/officeDocument/2006/relationships/image" Target="../media/image-31-10.svg"/><Relationship Id="rId11" Type="http://schemas.openxmlformats.org/officeDocument/2006/relationships/image" Target="../media/image-31-11.png"/><Relationship Id="rId12" Type="http://schemas.openxmlformats.org/officeDocument/2006/relationships/image" Target="../media/image-31-12.svg"/><Relationship Id="rId13" Type="http://schemas.openxmlformats.org/officeDocument/2006/relationships/image" Target="../media/image-31-13.png"/><Relationship Id="rId14" Type="http://schemas.openxmlformats.org/officeDocument/2006/relationships/image" Target="../media/image-31-14.svg"/><Relationship Id="rId15" Type="http://schemas.openxmlformats.org/officeDocument/2006/relationships/image" Target="../media/image-31-15.png"/><Relationship Id="rId16" Type="http://schemas.openxmlformats.org/officeDocument/2006/relationships/image" Target="../media/image-31-16.svg"/><Relationship Id="rId17" Type="http://schemas.openxmlformats.org/officeDocument/2006/relationships/image" Target="../media/image-31-17.png"/><Relationship Id="rId18" Type="http://schemas.openxmlformats.org/officeDocument/2006/relationships/image" Target="../media/image-31-18.svg"/><Relationship Id="rId19" Type="http://schemas.openxmlformats.org/officeDocument/2006/relationships/image" Target="../media/image-31-19.png"/><Relationship Id="rId20" Type="http://schemas.openxmlformats.org/officeDocument/2006/relationships/image" Target="../media/image-31-20.svg"/><Relationship Id="rId21" Type="http://schemas.openxmlformats.org/officeDocument/2006/relationships/image" Target="../media/image-31-21.png"/><Relationship Id="rId22" Type="http://schemas.openxmlformats.org/officeDocument/2006/relationships/image" Target="../media/image-31-22.svg"/><Relationship Id="rId23" Type="http://schemas.openxmlformats.org/officeDocument/2006/relationships/image" Target="../media/image-31-23.png"/><Relationship Id="rId24" Type="http://schemas.openxmlformats.org/officeDocument/2006/relationships/image" Target="../media/image-31-24.svg"/><Relationship Id="rId25" Type="http://schemas.openxmlformats.org/officeDocument/2006/relationships/image" Target="../media/image-31-25.png"/><Relationship Id="rId26" Type="http://schemas.openxmlformats.org/officeDocument/2006/relationships/image" Target="../media/image-31-26.svg"/><Relationship Id="rId27" Type="http://schemas.openxmlformats.org/officeDocument/2006/relationships/image" Target="../media/image-31-27.png"/><Relationship Id="rId28" Type="http://schemas.openxmlformats.org/officeDocument/2006/relationships/image" Target="../media/image-31-28.svg"/><Relationship Id="rId29" Type="http://schemas.openxmlformats.org/officeDocument/2006/relationships/image" Target="../media/image-31-29.png"/><Relationship Id="rId30" Type="http://schemas.openxmlformats.org/officeDocument/2006/relationships/image" Target="../media/image-31-30.svg"/><Relationship Id="rId31" Type="http://schemas.openxmlformats.org/officeDocument/2006/relationships/image" Target="../media/image-31-31.png"/><Relationship Id="rId32" Type="http://schemas.openxmlformats.org/officeDocument/2006/relationships/image" Target="../media/image-31-32.svg"/><Relationship Id="rId33" Type="http://schemas.openxmlformats.org/officeDocument/2006/relationships/image" Target="../media/image-31-33.png"/><Relationship Id="rId34" Type="http://schemas.openxmlformats.org/officeDocument/2006/relationships/image" Target="../media/image-31-34.svg"/><Relationship Id="rId35" Type="http://schemas.openxmlformats.org/officeDocument/2006/relationships/image" Target="../media/image-31-35.png"/><Relationship Id="rId36" Type="http://schemas.openxmlformats.org/officeDocument/2006/relationships/image" Target="../media/image-31-36.svg"/><Relationship Id="rId37" Type="http://schemas.openxmlformats.org/officeDocument/2006/relationships/image" Target="../media/image-31-37.png"/><Relationship Id="rId38" Type="http://schemas.openxmlformats.org/officeDocument/2006/relationships/image" Target="../media/image-31-38.svg"/><Relationship Id="rId39" Type="http://schemas.openxmlformats.org/officeDocument/2006/relationships/image" Target="../media/image-31-39.png"/><Relationship Id="rId40" Type="http://schemas.openxmlformats.org/officeDocument/2006/relationships/image" Target="../media/image-31-40.svg"/><Relationship Id="rId41" Type="http://schemas.openxmlformats.org/officeDocument/2006/relationships/image" Target="../media/image-31-41.png"/><Relationship Id="rId42" Type="http://schemas.openxmlformats.org/officeDocument/2006/relationships/image" Target="../media/image-31-42.svg"/><Relationship Id="rId43" Type="http://schemas.openxmlformats.org/officeDocument/2006/relationships/image" Target="../media/image-31-43.png"/><Relationship Id="rId44" Type="http://schemas.openxmlformats.org/officeDocument/2006/relationships/image" Target="../media/image-31-44.svg"/><Relationship Id="rId45" Type="http://schemas.openxmlformats.org/officeDocument/2006/relationships/image" Target="../media/image-31-45.png"/><Relationship Id="rId46" Type="http://schemas.openxmlformats.org/officeDocument/2006/relationships/image" Target="../media/image-31-46.svg"/><Relationship Id="rId47" Type="http://schemas.openxmlformats.org/officeDocument/2006/relationships/image" Target="../media/image-31-47.png"/><Relationship Id="rId48" Type="http://schemas.openxmlformats.org/officeDocument/2006/relationships/image" Target="../media/image-31-48.svg"/><Relationship Id="rId49" Type="http://schemas.openxmlformats.org/officeDocument/2006/relationships/image" Target="../media/image-31-49.png"/><Relationship Id="rId50" Type="http://schemas.openxmlformats.org/officeDocument/2006/relationships/image" Target="../media/image-31-50.svg"/><Relationship Id="rId51" Type="http://schemas.openxmlformats.org/officeDocument/2006/relationships/image" Target="../media/image-31-51.png"/><Relationship Id="rId52" Type="http://schemas.openxmlformats.org/officeDocument/2006/relationships/image" Target="../media/image-31-52.svg"/><Relationship Id="rId53" Type="http://schemas.openxmlformats.org/officeDocument/2006/relationships/image" Target="../media/image-31-53.png"/><Relationship Id="rId54" Type="http://schemas.openxmlformats.org/officeDocument/2006/relationships/image" Target="../media/image-31-54.svg"/><Relationship Id="rId55" Type="http://schemas.openxmlformats.org/officeDocument/2006/relationships/image" Target="../media/image-31-55.png"/><Relationship Id="rId56" Type="http://schemas.openxmlformats.org/officeDocument/2006/relationships/image" Target="../media/image-31-56.svg"/><Relationship Id="rId57" Type="http://schemas.openxmlformats.org/officeDocument/2006/relationships/image" Target="../media/image-31-57.png"/><Relationship Id="rId58" Type="http://schemas.openxmlformats.org/officeDocument/2006/relationships/image" Target="../media/image-31-58.svg"/><Relationship Id="rId59" Type="http://schemas.openxmlformats.org/officeDocument/2006/relationships/image" Target="../media/image-31-59.png"/><Relationship Id="rId60" Type="http://schemas.openxmlformats.org/officeDocument/2006/relationships/image" Target="../media/image-31-60.svg"/><Relationship Id="rId61" Type="http://schemas.openxmlformats.org/officeDocument/2006/relationships/image" Target="../media/image-31-61.png"/><Relationship Id="rId62" Type="http://schemas.openxmlformats.org/officeDocument/2006/relationships/image" Target="../media/image-31-62.svg"/><Relationship Id="rId63" Type="http://schemas.openxmlformats.org/officeDocument/2006/relationships/image" Target="../media/image-31-63.png"/><Relationship Id="rId64" Type="http://schemas.openxmlformats.org/officeDocument/2006/relationships/image" Target="../media/image-31-64.svg"/><Relationship Id="rId65" Type="http://schemas.openxmlformats.org/officeDocument/2006/relationships/slideLayout" Target="../slideLayouts/slideLayout1.xml"/><Relationship Id="rId66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PFOS Icon Master Catalog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184"/>
                </a:solidFill>
              </a:rPr>
              <a:t>SVG assets are embedded in this PPTX, not externally linked. The decision label controls downstream default use.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16002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57984"/>
            <a:ext cx="1508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700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184"/>
                </a:solidFill>
              </a:rPr>
              <a:t>keep publication core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88920" y="1965960"/>
            <a:ext cx="16002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2157984"/>
            <a:ext cx="1508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880360" y="26700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184"/>
                </a:solidFill>
              </a:rPr>
              <a:t>keep support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800600" y="1965960"/>
            <a:ext cx="16002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157984"/>
            <a:ext cx="1508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26700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184"/>
                </a:solidFill>
              </a:rPr>
              <a:t>replace candidate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812280" y="1965960"/>
            <a:ext cx="16002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2157984"/>
            <a:ext cx="1508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03720" y="26700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184"/>
                </a:solidFill>
              </a:rPr>
              <a:t>quarantine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2026-05-24T12:02:54.462Z | Original SVG assets preserved in library; PowerPoint embeds copies in ppt/media.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1-40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" name="Image 0" descr="ai.agent.api.call.slo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API/tool call slot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" name="Image 1" descr="ai.agent.browser.tool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tool primitive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" name="Image 2" descr="ai.agent.code.interpreter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interpreter primitive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7" name="Image 3" descr="ai.agent.critic.reflection.loop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Critic/reflection loop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1" name="Image 4" descr="ai.agent.debate.panel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debate panel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5" name="Image 5" descr="ai.agent.guardrail.gateway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gateway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9" name="Image 6" descr="ai.agent.handoff.chain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 chain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33" name="Image 7" descr="ai.agent.memory.read.write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read-write path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37" name="Image 8" descr="ai.agent.multi.role.swarm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Multi-agent role swarm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1" name="Image 9" descr="ai.agent.planner.executor.loop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Planner-executor loop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5" name="Image 10" descr="ai.agent.react.trace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trace ladder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9" name="Image 11" descr="ai.agent.retrieval.planner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planner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3" name="Image 12" descr="ai.agent.sandbox.execution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Sandbox execution box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7" name="Image 13" descr="ai.agent.scratchpad.memory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Scratchpad memory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1" name="Image 14" descr="ai.agent.task.decomposition.tree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decomposition tree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5" name="Image 15" descr="ai.agent.tool.router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Tool-selection router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9" name="Image 16" descr="ai.agent.verifier.rerank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Verifier/rerank stage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73" name="Image 17" descr="ai.agent.workflow.da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DAG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77" name="Image 18" descr="ai.attention.alibi.slopes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ALiBi slope bands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1" name="Image 19" descr="ai.attention.block.causal.mask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causal mask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5" name="Image 20" descr="ai.attention.cross.modal.grid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Cross-modal attention grid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9" name="Image 21" descr="ai.attention.entropy.panel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entropy panel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3" name="Image 22" descr="ai.attention.head.importance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head importance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7" name="Image 23" descr="ai.attention.ring.sequence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Ring attention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1" name="Image 24" descr="ai.attention.rope.frequency.bands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RoPE frequency bands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5" name="Image 25" descr="ai.attention.sequence.parallel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Sequence-parallel attention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9" name="Image 26" descr="ai.attention.sink.tokens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sink tokens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13" name="Image 27" descr="ai.context.long.window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Long-context window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17" name="Image 28" descr="ai.context.sliding.window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Sliding context window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1" name="Image 29" descr="ai.curve.ablation.lines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Ablation line chart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5" name="Image 30" descr="ai.curve.accuracy.metric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metric curve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9" name="Image 31" descr="ai.curve.benchmark.bars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bar panel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3" name="Image 32" descr="ai.curve.calibration.error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 error curve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7" name="Image 33" descr="ai.curve.compute.optimal.frontier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Compute-optimal frontier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1" name="Image 34" descr="ai.curve.cosine.schedule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Cosine schedule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5" name="Image 35" descr="ai.curve.curriculum.schedule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Curriculum schedule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9" name="Image 36" descr="ai.curve.early.stopping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Early-stopping marker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53" name="Image 37" descr="ai.curve.gradient.norm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norm curve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57" name="Image 38" descr="ai.curve.loss.plateau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plateau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61" name="Image 39" descr="ai.curve.lr.warmup.decay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LR warmup-decay curve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41-80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" name="Image 0" descr="ai.curve.overfit.gap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Overfit gap curves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" name="Image 1" descr="ai.curve.pareto.tradeoff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Pareto tradeoff curve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" name="Image 2" descr="ai.curve.perplexity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Perplexity curve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7" name="Image 3" descr="ai.curve.reward.traini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training curve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1" name="Image 4" descr="ai.curve.scaling.law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Scaling-law curve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5" name="Image 5" descr="ai.curve.train.val.loss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Train/validation loss curves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9" name="Image 6" descr="ai.curve.underfit.panel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Underfit panel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33" name="Image 7" descr="ai.decode.speculative.draft.verify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Speculative draft-verify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37" name="Image 8" descr="ai.diffusion.classifier.free.guidance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Classifier-free guidance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1" name="Image 9" descr="ai.diffusion.consistency.model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Consistency model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5" name="Image 10" descr="ai.diffusion.controlnet.branch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ControlNet branch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9" name="Image 11" descr="ai.diffusion.ddim.sampler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DDIM sampler steps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3" name="Image 12" descr="ai.diffusion.ddpm.forward.reverse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DDPM forward/reverse process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7" name="Image 13" descr="ai.diffusion.denoising.unet.detail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Denoising U-Net detail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1" name="Image 14" descr="ai.diffusion.diffusion.prior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Diffusion prior bridge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5" name="Image 15" descr="ai.diffusion.dit.patch.transformer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DiT patch Transformer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9" name="Image 16" descr="ai.diffusion.edm.sampler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EDM sampler steps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73" name="Image 17" descr="ai.diffusion.flow.matchi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 matching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77" name="Image 18" descr="ai.diffusion.image.to.image.strength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Image-to-image strength flow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1" name="Image 19" descr="ai.diffusion.inpainting.mask.flow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Inpainting mask flow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5" name="Image 20" descr="ai.diffusion.ip.adapter.bridge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IP-Adapter bridge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9" name="Image 21" descr="ai.diffusion.latent.diffusion.pipeline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 diffusion pipeline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3" name="Image 22" descr="ai.diffusion.noise.schedule.timeline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 schedule timeline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7" name="Image 23" descr="ai.diffusion.outpainting.canvas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Outpainting canvas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1" name="Image 24" descr="ai.diffusion.rectified.flow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Rectified flow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5" name="Image 25" descr="ai.diffusion.scheduler.stepper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Scheduler stepper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9" name="Image 26" descr="ai.diffusion.stable.diffusion.full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Diffusion full pipeline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13" name="Image 27" descr="ai.diffusion.super.resolution.flow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Super-resolution diffusion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17" name="Image 28" descr="ai.diffusion.text.conditioning.cross.attn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conditioning cross-attention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1" name="Image 29" descr="ai.diffusion.vae.latent.bridge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VAE latent bridge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5" name="Image 30" descr="ai.diffusion.video.temporal.denoise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temporal denoising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9" name="Image 31" descr="ai.encdec.autoencoder.basic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autoencoder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3" name="Image 32" descr="ai.encdec.bart.denoising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BART denoising encoder-decoder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7" name="Image 33" descr="ai.encdec.bottleneck.latent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 bottleneck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1" name="Image 34" descr="ai.encdec.cross.attention.bridge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Cross-attention bridge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5" name="Image 35" descr="ai.encdec.decoder.only.lm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Decoder-only LM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9" name="Image 36" descr="ai.encdec.dual.encoder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Dual encoder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53" name="Image 37" descr="ai.encdec.encoder.only.classifier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Encoder-only classifier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57" name="Image 38" descr="ai.encdec.graph.encoder.decoder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encoder-decoder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61" name="Image 39" descr="ai.encdec.hourglass.network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Hourglass network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81-120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" name="Image 0" descr="ai.encdec.image.captioner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captioning encoder-decoder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" name="Image 1" descr="ai.encdec.latent.diffusion.va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 diffusion VAE encoder-decoder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" name="Image 2" descr="ai.encdec.masked.autoencoder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Masked autoencoder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7" name="Image 3" descr="ai.encdec.multi.encoder.single.decoder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Multi-encoder single-decoder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1" name="Image 4" descr="ai.encdec.multi.resolution.pyramid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Multi-resolution pyramid encoder-decoder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5" name="Image 5" descr="ai.encdec.reconstruction.loss.brid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Reconstruction loss bridge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9" name="Image 6" descr="ai.encdec.segmentation.encoder.decoder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Segmentation encoder-decoder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33" name="Image 7" descr="ai.encdec.seq2seq.attention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Seq2seq with attention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37" name="Image 8" descr="ai.encdec.siamese.encoder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Siamese encoder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1" name="Image 9" descr="ai.encdec.single.encoder.multi.decoder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Single-encoder multi-decoder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5" name="Image 10" descr="ai.encdec.speech.to.text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Speech encoder text decoder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9" name="Image 11" descr="ai.encdec.time.series.forecast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Time-series encoder-decoder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3" name="Image 12" descr="ai.encdec.unet.skip.architecture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U-Net skip architecture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7" name="Image 13" descr="ai.encdec.variational.autoencoder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Variational autoencoder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1" name="Image 14" descr="ai.gen.autoregressive.image.tokens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Autoregressive image tokens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5" name="Image 15" descr="ai.gen.consistency.distillation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Consistency distillation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9" name="Image 16" descr="ai.gen.controlnet.side.branch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ControlNet side branch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73" name="Image 17" descr="ai.gen.diffusion.transformer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Diffusion Transformer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77" name="Image 18" descr="ai.gen.flow.matching.path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 matching path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1" name="Image 19" descr="ai.gen.gan.discriminator.loop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 discriminator loop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5" name="Image 20" descr="ai.gen.inpaint.mask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Inpainting mask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9" name="Image 21" descr="ai.gen.latent.diffusion.pipeline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 diffusion pipeline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3" name="Image 22" descr="ai.gen.rectified.flow.path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Rectified flow path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7" name="Image 23" descr="ai.gen.video.diffusion.temporal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diffusion temporal stack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1" name="Image 24" descr="ai.gen.vq.codebook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VQ codebook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5" name="Image 25" descr="ai.gnn.graph.diffusion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diffusion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9" name="Image 26" descr="ai.gnn.graph.readout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readout pooling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13" name="Image 27" descr="ai.gnn.graph.transformer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Transformer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17" name="Image 28" descr="ai.gnn.heterogeneous.graph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Heterogeneous graph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1" name="Image 29" descr="ai.gnn.knowledge.triples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graph triples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5" name="Image 30" descr="ai.gnn.mesh.message.passing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Mesh message passing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9" name="Image 31" descr="ai.gnn.molecule.graph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Molecule graph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3" name="Image 32" descr="ai.gnn.node.edge.update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Node-edge update block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7" name="Image 33" descr="ai.gnn.relational.message.passing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message passing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1" name="Image 34" descr="ai.gnn.se3.tensor.features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SE(3) tensor features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5" name="Image 35" descr="ai.gnn.subgraph.matcher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Subgraph matcher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9" name="Image 36" descr="ai.gnn.temporal.graph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graph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53" name="Image 37" descr="ai.kv.cache.eviction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 cache eviction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57" name="Image 38" descr="ai.kv.cache.hierarchy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 cache hierarchy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61" name="Image 39" descr="ai.kv.paged.cache.blocks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Paged KV cache blocks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121-160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" name="Image 0" descr="ai.kv.prefix.cach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Prefix cache reuse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" name="Image 1" descr="ai.llm.debate.jud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Debate and judge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" name="Image 2" descr="ai.llm.memory.scratchpad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scratchpad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7" name="Image 3" descr="ai.llm.proof.graph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Multi-step proof graph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1" name="Image 4" descr="ai.llm.speculative.token.tre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Speculative token tree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5" name="Image 5" descr="ai.llm.tool.augmented.reasoni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Tool-augmented reasoning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9" name="Image 6" descr="ai.mm.cross.modal.coattention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Cross-modal co-attention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33" name="Image 7" descr="ai.mm.cross.modal.memory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Cross-modal memory bank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37" name="Image 8" descr="ai.mm.depth.rgb.fusion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Depth-RGB fusion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1" name="Image 9" descr="ai.mm.gated.fusion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Gated multimodal fusion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5" name="Image 10" descr="ai.mm.late.score.ensemble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 score ensemble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9" name="Image 11" descr="ai.mm.lidar.camera.fusion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LiDAR-camera fusion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3" name="Image 12" descr="ai.mm.modality.dropout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Modality dropout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7" name="Image 13" descr="ai.mm.molecule.text.fusion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Molecule-text fusion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1" name="Image 14" descr="ai.mm.per.modality.experts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Per-modality expert bank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5" name="Image 15" descr="ai.mm.shared.latent.space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latent space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9" name="Image 16" descr="ai.mm.speech.text.alignment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Speech-text alignment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73" name="Image 17" descr="ai.mm.table.text.fusion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Table-text fusion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77" name="Image 18" descr="ai.mm.video.temporal.tokens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temporal tokens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1" name="Image 19" descr="ai.plot.calibration.reliability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 reliability curve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5" name="Image 20" descr="ai.plot.class.clusters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cluster scatter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9" name="Image 21" descr="ai.plot.confidence.interval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interval whiskers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3" name="Image 22" descr="ai.plot.domain.shift.arrow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shift arrow plot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7" name="Image 23" descr="ai.plot.epistemic.aleatoric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Epistemic/aleatoric uncertainty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1" name="Image 24" descr="ai.plot.histogram.density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Histogram plus density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5" name="Image 25" descr="ai.plot.manifold.projection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Manifold projection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9" name="Image 26" descr="ai.plot.mixture.prior.posterior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Mixture prior/posterior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13" name="Image 27" descr="ai.plot.multi.distribution.overlay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Multi-distribution overlay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17" name="Image 28" descr="ai.plot.ood.outlier.score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OOD outlier score plot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1" name="Image 29" descr="ai.plot.ood.separation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In/OOD separation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5" name="Image 30" descr="ai.plot.posterior.update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Prior-to-posterior update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9" name="Image 31" descr="ai.plot.pr.curve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Precision-recall curve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3" name="Image 32" descr="ai.plot.qq.plot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Q-Q plot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7" name="Image 33" descr="ai.plot.roc.curve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 curve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1" name="Image 34" descr="ai.plot.scatter.decision.boundary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Scatter decision boundary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5" name="Image 35" descr="ai.plot.tsne.umap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t-SNE/UMAP scatter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9" name="Image 36" descr="ai.plot.uncertainty.cones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cones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53" name="Image 37" descr="ai.rag.agentic.multi.step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multi-step RAG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57" name="Image 38" descr="ai.rag.answer.verifier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verifier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61" name="Image 39" descr="ai.rag.cache.hierarchy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cache hierarchy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161-200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" name="Image 0" descr="ai.rag.chunking.pipelin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chunking pipeline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" name="Image 1" descr="ai.rag.citation.groundi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 grounding lane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" name="Image 2" descr="ai.rag.context.packi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packing window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7" name="Image 3" descr="ai.rag.document.compressor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compressor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1" name="Image 4" descr="ai.rag.graph.retrieval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RAG retrieval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5" name="Image 5" descr="ai.rag.hybrid.search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sparse+dense search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9" name="Image 6" descr="ai.rag.long.term.memory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memory bank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33" name="Image 7" descr="ai.rag.memory.writeback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writeback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37" name="Image 8" descr="ai.rag.multi.hop.evidence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Multi-hop evidence chain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1" name="Image 9" descr="ai.rag.negative.evidence.filter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evidence filter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5" name="Image 10" descr="ai.rag.query.rewrite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rewrite stage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9" name="Image 11" descr="ai.rag.refresh.loop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refresh loop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3" name="Image 12" descr="ai.rag.reranker.cross.encoder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Cross-encoder reranker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7" name="Image 13" descr="ai.rag.router.retriever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 retriever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1" name="Image 14" descr="ai.rag.vector.search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search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5" name="Image 15" descr="ai.rnn.bidirectional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Bidirectional RNN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9" name="Image 16" descr="ai.rnn.gru.cell.gates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 gates cell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73" name="Image 17" descr="ai.rnn.liquid.state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Liquid state cell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77" name="Image 18" descr="ai.rnn.lstm.cell.gates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LSTM gates cell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1" name="Image 19" descr="ai.rnn.sequence.pooli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pooling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5" name="Image 20" descr="ai.rnn.temporal.convolution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convolution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9" name="Image 21" descr="ai.rnn.vanilla.unroll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RNN unroll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3" name="Image 22" descr="ai.science.boundary.condition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 condition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7" name="Image 23" descr="ai.science.molecular.diffusion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Molecular diffusion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1" name="Image 24" descr="ai.sequence.gated.state.transition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Gated state transition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5" name="Image 25" descr="ai.sequence.long.range.skip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Long-range recurrent skip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9" name="Image 26" descr="ai.sequence.recurrent.memory.bank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Recurrent memory bank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13" name="Image 27" descr="ai.sequence.retention.block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block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17" name="Image 28" descr="ai.sequence.rwkv.mix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RWKV mixing block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1" name="Image 29" descr="ai.serving.cache.hit.miss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hit/miss panel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5" name="Image 30" descr="ai.serving.gpu.memory.blocks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memory blocks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9" name="Image 31" descr="ai.serving.streaming.tokens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Streaming token output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3" name="Image 32" descr="ai.ssm.conv.state.mix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Convolution-state mixer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7" name="Image 33" descr="ai.ssm.mamba.block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Mamba block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1" name="Image 34" descr="ai.ssm.s4.kernel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convolution kernel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5" name="Image 35" descr="ai.ssm.scan.unroll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 unroll strip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9" name="Image 36" descr="ai.ssm.selective.scan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Selective scan path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53" name="Image 37" descr="ai.ssm.state.update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update cell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57" name="Image 38" descr="ai.vision.clip.image.encoder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 image encoder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61" name="Image 39" descr="ai.vision.diffusion.unet.blocks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Diffusion U-Net blocks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201-240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" name="Image 0" descr="ai.vision.image.retrieva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retrieval gallery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" name="Image 1" descr="ai.vision.masked.autoencoder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Masked autoencoder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" name="Image 2" descr="ai.vision.ocr.tokens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 token strip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7" name="Image 3" descr="ai.vision.visual.tokenizer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tokenizer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1" name="Image 4" descr="ai.vision.vit.patch.encoder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 patch encoder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5" name="Image 5" descr="ai.vla.action.chunki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chunking strip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9" name="Image 6" descr="ai.vla.camera.proprioception.fusion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Camera-proprioception fusion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33" name="Image 7" descr="ai.vla.embodied.memory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Embodied memory state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37" name="Image 8" descr="ai.vla.gripper.action.head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Gripper action head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1" name="Image 9" descr="ai.vla.language.conditioned.policy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Language-conditioned policy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5" name="Image 10" descr="ai.vla.observation.action.loop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Observation-action loop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9" name="Image 11" descr="ai.vla.plan.to.motion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Plan-to-motion bridge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3" name="Image 12" descr="ai.vla.spatial.affordance.map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Spatial affordance map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7" name="Image 13" descr="ai.vla.trajectory.rollout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 trajectory rollout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1" name="Image 14" descr="ai.vlm.cross.modal.retrieval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Cross-modal retrieval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5" name="Image 15" descr="ai.vlm.ocr.groundi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 grounding panel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9" name="Image 16" descr="ai.vlm.region.token.alignment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Region-token alignment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73" name="Image 17" descr="ai.vlm.scene.graph.groundi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graph grounding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77" name="Image 18" descr="ai.vlm.video.language.temporal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Video-language temporal tokens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1" name="Image 19" descr="ai.vlm.vision.language.projector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Vision-language projector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5" name="Image 20" descr="ai.vlm.visual.cot.panel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reasoning trace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9" name="Image 21" descr="ai.world.model.latent.dynamics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 dynamics model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3" name="Image 22" descr="ai.world.model.rollout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World-model rollout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7" name="Image 23" descr="nn.atomic.memory.slot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slot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1" name="Image 24" descr="nn.atomic.norm.pill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Normalization pill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5" name="Image 25" descr="nn.attention.global.tokens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token attention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9" name="Image 26" descr="nn.attention.grouped.query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Grouped-query attention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13" name="Image 27" descr="nn.attention.head.pruning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head pruning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17" name="Image 28" descr="nn.attention.linear.kernel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attention kernel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1" name="Image 29" descr="nn.attention.multi.query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Multi-query attention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5" name="Image 30" descr="nn.attention.retrieval.memory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Retrieval/memory attention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9" name="Image 31" descr="nn.attention.score.softmax.value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Score-softmax-value flow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3" name="Image 32" descr="nn.cnn.conv2d.window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2D convolution window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7" name="Image 33" descr="nn.cnn.conv3d.volume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convolution volume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1" name="Image 34" descr="nn.cnn.deconv.block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Transposed convolution primitive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5" name="Image 35" descr="nn.cnn.depthwise.pointwise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Depthwise + pointwise conv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9" name="Image 36" descr="nn.cnn.feature.pyramid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pyramid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53" name="Image 37" descr="nn.cnn.pool.downsample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Pooling/downsample primitive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57" name="Image 38" descr="nn.cnn.unet.full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U-Net encoder-decoder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61" name="Image 39" descr="nn.cnn.unet.skip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U-Net skip bridge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241-280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" name="Image 0" descr="nn.cnn.upsample.block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Upsample primitive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" name="Image 1" descr="nn.diffusion.denoise.ladder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Denoising ladder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" name="Image 2" descr="nn.diffusion.guidance.branch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Guidance branch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7" name="Image 3" descr="nn.diffusion.noise.ladder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Diffusion noise ladder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1" name="Image 4" descr="nn.diffusion.time.embeddi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Timestep embedding strip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5" name="Image 5" descr="nn.diffusion.unet.conditioned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Conditioned diffusion U-Net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9" name="Image 6" descr="nn.eval.compute.memory.tradeoff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Compute-memory tradeoff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33" name="Image 7" descr="nn.freq.filter.low.high.band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Low/high/band-pass filter set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37" name="Image 8" descr="nn.freq.fno.block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Fourier neural operator block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1" name="Image 9" descr="nn.freq.fourier.transform.panel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Fourier transform panel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5" name="Image 10" descr="nn.freq.inverse.fourier.panel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Inverse Fourier panel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9" name="Image 11" descr="nn.freq.spectrum.bars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spectrum bars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3" name="Image 12" descr="nn.freq.wavelet.bank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Wavelet bank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7" name="Image 13" descr="nn.generative.autoencoder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Autoencoder primitive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1" name="Image 14" descr="nn.generative.flow.coupli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Normalizing flow coupling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5" name="Image 15" descr="nn.generative.gan.duel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 generator-discriminator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9" name="Image 16" descr="nn.generative.vae.latent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VAE latent bottleneck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73" name="Image 17" descr="nn.geometry.mesh.surface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Mesh surface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77" name="Image 18" descr="nn.geometry.voxel.grid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Voxel grid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1" name="Image 19" descr="nn.graph.attention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attention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5" name="Image 20" descr="nn.graph.bipartite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Bipartite graph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9" name="Image 21" descr="nn.graph.hypergraph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Hypergraph primitive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3" name="Image 22" descr="nn.graph.message.passi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GNN message passing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7" name="Image 23" descr="nn.graph.pooling.coarsen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pooling/coarsening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1" name="Image 24" descr="nn.graph.subgraph.highlight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Subgraph highlight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5" name="Image 25" descr="nn.layer.bottleneck.hourglass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Bottleneck hourglass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9" name="Image 26" descr="nn.layer.branch.merge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 and merge block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13" name="Image 27" descr="nn.layer.fanin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Fan-in block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17" name="Image 28" descr="nn.layer.fanout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Fan-out block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1" name="Image 29" descr="nn.layer.gated.block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Gated block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5" name="Image 30" descr="nn.layer.highway.gate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Highway gate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9" name="Image 31" descr="nn.layer.memory.cell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cell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3" name="Image 32" descr="nn.layer.mlp.three_stage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Three-stage MLP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7" name="Image 33" descr="nn.layer.recurrent.cell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Recurrent cell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1" name="Image 34" descr="nn.layer.residual.block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Residual block with skip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5" name="Image 35" descr="nn.llm.beam.tree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Beam search tree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9" name="Image 36" descr="nn.llm.logits.bars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Vocabulary logits bars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53" name="Image 37" descr="nn.llm.rag.context.flow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context flow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57" name="Image 38" descr="nn.llm.sampling.filter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filter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61" name="Image 39" descr="nn.llm.tokenizer.pipeline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Tokenizer pipeline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281-320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" name="Image 0" descr="nn.llm.tool.call.loop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Tool-call loop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" name="Image 1" descr="nn.mm.audio.text.fusion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Audio-text fusion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" name="Image 2" descr="nn.mm.contrastive.alignment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Contrastive alignment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7" name="Image 3" descr="nn.mm.cross.modal.attention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Cross-modal attention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1" name="Image 4" descr="nn.mm.early.fusion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fusion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5" name="Image 5" descr="nn.mm.late.fusion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 fusion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9" name="Image 6" descr="nn.mm.modality.tokens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Modality token row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33" name="Image 7" descr="nn.mm.shared.embedding.space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embedding space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37" name="Image 8" descr="nn.mm.text.image.fusion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Text-image fusion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1" name="Image 9" descr="nn.mm.video.frames.encoder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frame encoder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5" name="Image 10" descr="nn.mm.vision.language.bridge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Vision-language bridge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9" name="Image 11" descr="nn.neuron.column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Neuron column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3" name="Image 12" descr="nn.neuron.grid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Neuron grid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7" name="Image 13" descr="nn.neuron.row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Neuron row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1" name="Image 14" descr="nn.neuron.single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neuron node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5" name="Image 15" descr="nn.peft.lora.insert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LoRA inserted into linear layer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9" name="Image 16" descr="nn.peft.prefix.tokens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Prefix-tuning tokens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73" name="Image 17" descr="nn.prob.decision.boundary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boundary plot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77" name="Image 18" descr="nn.prob.distribution.shift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 shift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1" name="Image 19" descr="nn.prob.gaussian.curve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Gaussian curve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5" name="Image 20" descr="nn.prob.latent.clusters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 cluster plot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9" name="Image 21" descr="nn.prob.mixture.curves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Mixture distribution curves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3" name="Image 22" descr="nn.prob.overlap.curves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Overlapping distributions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7" name="Image 23" descr="nn.prob.simplex.triangle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Probability simplex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1" name="Image 24" descr="nn.prob.uncertainty.band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band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5" name="Image 25" descr="nn.rl.actor.critic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Actor-critic block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9" name="Image 26" descr="nn.rl.environment.loop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interaction loop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13" name="Image 27" descr="nn.rl.mcts.tree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MCTS tree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17" name="Image 28" descr="nn.rl.policy.head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head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1" name="Image 29" descr="nn.rl.preference.pairs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Preference pairs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5" name="Image 30" descr="nn.rl.reward.model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model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9" name="Image 31" descr="nn.rl.rollout.buffer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Rollout buffer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3" name="Image 32" descr="nn.rl.trajectory.strip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Trajectory strip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7" name="Image 33" descr="nn.rl.value.head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head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1" name="Image 34" descr="nn.system.tensor.parallel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Tensor parallel primitive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5" name="Image 35" descr="nn.tensor.3d.block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tensor block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9" name="Image 36" descr="nn.tensor.broadcast.operation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Broadcast operation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53" name="Image 37" descr="nn.tensor.channel.stack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 stack block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57" name="Image 38" descr="nn.tensor.concat.flow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Tensor concat flow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61" name="Image 39" descr="nn.tensor.einsum.contract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Tensor contraction/einsum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321-360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" name="Image 0" descr="nn.tensor.embedding.tabl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table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" name="Image 1" descr="nn.tensor.low.rank.factors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Low-rank factor blocks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" name="Image 2" descr="nn.tensor.patch.grid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 grid block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7" name="Image 3" descr="nn.tensor.reshape.flow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Reshape/flatten flow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1" name="Image 4" descr="nn.tensor.split.flow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Tensor split flow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5" name="Image 5" descr="nn.tensor.tokens.row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sequence row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9" name="Image 6" descr="nn.train.loss.landscap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landscape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33" name="Image 7" descr="nn.transformer.add.norm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and norm primitive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37" name="Image 8" descr="nn.transformer.attention.head.detail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attention head detail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1" name="Image 9" descr="nn.transformer.block.full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Transformer block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5" name="Image 10" descr="nn.transformer.cross.attention.bridge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Cross-attention bridge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9" name="Image 11" descr="nn.transformer.decoder.stack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Decoder stack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3" name="Image 12" descr="nn.transformer.encoder.stack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Encoder stack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7" name="Image 13" descr="nn.transformer.expert.bank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 bank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1" name="Image 14" descr="nn.transformer.kv.cache.panel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 cache panel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5" name="Image 15" descr="nn.transformer.moe.router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MoE router primitive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9" name="Image 16" descr="nn.transformer.multihead.attention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Multi-head attention panel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73" name="Image 17" descr="nn.transformer.qkv.projection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QKV projection panel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77" name="Image 18" descr="nn.transformer.rope.rotation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RoPE rotation primitive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1" name="Image 19" descr="nn.transformer.self.attention.tokens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Self-attention token graph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5" name="Image 20" descr="nn.vision.multiview.fusion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Multi-view fusion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9" name="Image 21" descr="nn.vision.object.detection.boxes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detection boxes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3" name="Image 22" descr="nn.vision.pose.skeleton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 skeleton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7" name="Image 23" descr="nn.vision.segmentation.mask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Segmentation mask overlay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publication core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1" name="Image 24" descr="paper.derived.architecture.agent.loop.paper_derived_outline.v1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agent loop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5" name="Image 25" descr="paper.derived.architecture.attention.map.paper_derived_outline.v1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attention wiring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9" name="Image 26" descr="paper.derived.architecture.autoencoder.bottleneck.paper_derived_outline.v1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autoencoder bottleneck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13" name="Image 27" descr="paper.derived.architecture.causal.graph.paper_derived_outline.v1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causal graph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17" name="Image 28" descr="paper.derived.architecture.cross.attention.bridge.paper_derived_outline.v1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cross-attention bridge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1" name="Image 29" descr="paper.derived.architecture.diffusion.chain.paper_derived_outline.v1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diffusion denoise chain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5" name="Image 30" descr="paper.derived.architecture.dual.tower.paper_derived_outline.v1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dual tower architecture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9" name="Image 31" descr="paper.derived.architecture.encoder.decoder.paper_derived_outline.v1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encoder-decoder architecture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3" name="Image 32" descr="paper.derived.architecture.gaussian.splatting.paper_derived_outline.v1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Gaussian splatting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7" name="Image 33" descr="paper.derived.architecture.gnn.message.passing.paper_derived_outline.v1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GNN message passing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1" name="Image 34" descr="paper.derived.architecture.graph.network.paper_derived_outline.v1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graph network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5" name="Image 35" descr="paper.derived.architecture.hypergraph.paper_derived_outline.v1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hypergraph motif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9" name="Image 36" descr="paper.derived.architecture.knowledge.graph.paper_derived_outline.v1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knowledge graph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53" name="Image 37" descr="paper.derived.architecture.kv.cache.paper_derived_outline.v1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KV cache memory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57" name="Image 38" descr="paper.derived.architecture.loss.head.paper_derived_outline.v1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loss supervision head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61" name="Image 39" descr="paper.derived.architecture.mamba.scan.paper_derived_outline.v1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selective scan block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361-400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" name="Image 0" descr="paper.derived.architecture.memory.update.paper_derived_outline.v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memory update loop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" name="Image 1" descr="paper.derived.architecture.molecule.graph.paper_derived_outline.v1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molecule graph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" name="Image 2" descr="paper.derived.architecture.multi.agent.paper_derived_outline.v1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multi-agent collaboration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7" name="Image 3" descr="paper.derived.architecture.nerf.rays.paper_derived_outline.v1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NeRF ray field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1" name="Image 4" descr="paper.derived.architecture.point.voxel.fusion.paper_derived_outline.v1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point-voxel fusion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5" name="Image 5" descr="paper.derived.architecture.projection.head.paper_derived_outline.v1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projection head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9" name="Image 6" descr="paper.derived.architecture.rag.chunk.index.paper_derived_outline.v1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chunk-index retrieval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33" name="Image 7" descr="paper.derived.architecture.rag.flow.paper_derived_outline.v1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RAG retrieval flow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37" name="Image 8" descr="paper.derived.architecture.rag.reranker.paper_derived_outline.v1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retriever-reranker chain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1" name="Image 9" descr="paper.derived.architecture.scene.graph.3d.paper_derived_outline.v1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3D scene graph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5" name="Image 10" descr="paper.derived.architecture.tool.call.paper_derived_outline.v1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tool-call block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9" name="Image 11" descr="paper.derived.architecture.vla.robot.action.paper_derived_outline.v1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VLA robot action path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3" name="Image 12" descr="paper.derived.architecture.vlm.fusion.paper_derived_outline.v1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VLM multimodal fusion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7" name="Image 13" descr="paper.derived.data.decision.boundary.paper_derived_outline.v1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decision boundary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1" name="Image 14" descr="paper.derived.data.distribution.shift.paper_derived_outline.v1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distribution shift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5" name="Image 15" descr="paper.derived.data.embedding.map.paper_derived_outline.v1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embedding map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9" name="Image 16" descr="paper.derived.data.embedding.table.paper_derived_outline.v1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embedding table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73" name="Image 17" descr="paper.derived.data.masked.tokens.paper_derived_outline.v1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masked token panel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77" name="Image 18" descr="paper.derived.data.memory.bank.paper_derived_outline.v1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memory bank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1" name="Image 19" descr="paper.derived.data.point.cloud.paper_derived_outline.v1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point cloud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5" name="Image 20" descr="paper.derived.data.token.stream.paper_derived_outline.v1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token stream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9" name="Image 21" descr="paper.derived.evidence.loss.curve.panel.paper_derived_outline.v1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loss curve panel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publication core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3" name="Image 22" descr="dl.diffusion.denoise.step.generated_outline.v1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Denoising step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7" name="Image 23" descr="dl.diffusion.guidance.generated_outline.v1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Guidance signal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1" name="Image 24" descr="dl.diffusion.image.to.latent.generated_outline.v1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to latent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5" name="Image 25" descr="dl.diffusion.latent.to.image.generated_outline.v1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 to image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9" name="Image 26" descr="dl.diffusion.noise.step.generated_outline.v1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 step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13" name="Image 27" descr="dl.diffusion.scheduler.generated_outline.v1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Diffusion schedule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17" name="Image 28" descr="dl.diffusion.score.field.generated_outline.v1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field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1" name="Image 29" descr="dl.diffusion.timestep.embedding.generated_outline.v1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Timestep embedding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5" name="Image 30" descr="dl.diffusion.unet.generated_outline.v1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Diffusion U-Net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9" name="Image 31" descr="dl.distribution.contour.density.generated_outline.v1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Density contours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3" name="Image 32" descr="dl.distribution.diffusion.path.generated_outline.v1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 diffusion path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7" name="Image 33" descr="dl.distribution.gaussian.generated_outline.v1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Gaussian distribution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1" name="Image 34" descr="dl.distribution.histogram.curve.generated_outline.v1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Histogram with density curve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5" name="Image 35" descr="dl.distribution.kl.divergence.generated_outline.v1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 divergence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9" name="Image 36" descr="dl.distribution.latent.clusters.generated_outline.v1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 clusters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53" name="Image 37" descr="dl.distribution.long.tail.generated_outline.v1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Long-tail distribution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57" name="Image 38" descr="dl.distribution.mixture.gaussian.generated_outline.v1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Gaussian mixture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61" name="Image 39" descr="dl.distribution.multi.modal.generated_outline.v1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Multi-modal distribution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401-440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" name="Image 0" descr="dl.distribution.normalizing.flow.generated_outline.v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Normalizing flow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" name="Image 1" descr="dl.distribution.overlap.two.generated_outline.v1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Overlapping distributions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" name="Image 2" descr="dl.distribution.shift.generated_outline.v1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 shift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7" name="Image 3" descr="dl.distribution.uncertainty.band.generated_outline.v1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band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1" name="Image 4" descr="dl.explain.attention.rollout.generated_outline.v1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rollout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5" name="Image 5" descr="dl.explain.causal.graph.generated_outline.v1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graph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9" name="Image 6" descr="dl.frequency.amplitude.modulation.generated_outline.v1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Amplitude modulation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33" name="Image 7" descr="dl.frequency.band.pass.filter.generated_outline.v1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Band-pass filter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37" name="Image 8" descr="dl.frequency.cosine.basis.generated_outline.v1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Cosine basis functions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1" name="Image 9" descr="dl.frequency.fourier.features.generated_outline.v1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Fourier features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5" name="Image 10" descr="dl.frequency.fourier.transform.generated_outline.v1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Fourier transform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9" name="Image 11" descr="dl.frequency.high.pass.filter.generated_outline.v1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High-pass filter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3" name="Image 12" descr="dl.frequency.inverse.fourier.generated_outline.v1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Inverse Fourier transform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7" name="Image 13" descr="dl.frequency.laplacian.spectrum.generated_outline.v1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Laplacian spectrum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1" name="Image 14" descr="dl.frequency.low.pass.filter.generated_outline.v1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Low-pass filter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5" name="Image 15" descr="dl.frequency.phase.shift.generated_outline.v1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shift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9" name="Image 16" descr="dl.frequency.sine.basis.generated_outline.v1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Sine basis functions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73" name="Image 17" descr="dl.frequency.spectral.mixing.generated_outline.v1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Spectral mixing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77" name="Image 18" descr="dl.frequency.spectrogram.generated_outline.v1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Spectrogram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1" name="Image 19" descr="dl.frequency.spectrum.bars.generated_outline.v1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spectrum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5" name="Image 20" descr="dl.frequency.wavelet.generated_outline.v1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Wavelet transform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9" name="Image 21" descr="dl.generative.autoencoder.generated_outline.v1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Autoencoder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3" name="Image 22" descr="dl.generative.decoder.upsampler.generated_outline.v1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Decoder upsampler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7" name="Image 23" descr="dl.generative.flow.coupling.generated_outline.v1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 coupling layer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1" name="Image 24" descr="dl.generative.vae.generated_outline.v1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Variational autoencoder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5" name="Image 25" descr="dl.graph.edge.update.generated_outline.v1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update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9" name="Image 26" descr="dl.graph.graph.attention.generated_outline.v1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attention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13" name="Image 27" descr="dl.graph.graph.pooling.generated_outline.v1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pooling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17" name="Image 28" descr="dl.graph.hypergraph.generated_outline.v1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Hypergraph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1" name="Image 29" descr="dl.graph.mesh.network.generated_outline.v1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Mesh network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5" name="Image 30" descr="dl.graph.message.passing.generated_outline.v1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GNN message passing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9" name="Image 31" descr="dl.graph.node.embedding.generated_outline.v1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embedding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3" name="Image 32" descr="dl.graph.point.cloud.3d.generated_outline.v1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point cloud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7" name="Image 33" descr="dl.graph.spatial.grid.generated_outline.v1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Spatial grid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1" name="Image 34" descr="dl.graph.subgraph.generated_outline.v1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Subgraph extraction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5" name="Image 35" descr="dl.layer.activation.gelu.generated_outline.v1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GELU activation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9" name="Image 36" descr="dl.layer.activation.relu.generated_outline.v1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ReLU activation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53" name="Image 37" descr="dl.layer.batch.norm.generated_outline.v1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normalization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57" name="Image 38" descr="dl.layer.conv2d.generated_outline.v1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2D convolution layer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61" name="Image 39" descr="dl.layer.conv3d.generated_outline.v1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convolution layer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441-480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" name="Image 0" descr="dl.layer.deconvolution.generated_outline.v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Transposed convolution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" name="Image 1" descr="dl.layer.depthwise.conv.generated_outline.v1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Depthwise convolution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" name="Image 2" descr="dl.layer.dropout.generated_outline.v1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Dropout layer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7" name="Image 3" descr="dl.layer.layer.norm.generated_outline.v1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normalization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1" name="Image 4" descr="dl.layer.pooling.generated_outline.v1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Pooling layer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5" name="Image 5" descr="dl.layer.residual.skip.generated_outline.v1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Residual skip connection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9" name="Image 6" descr="dl.layer.rms.norm.generated_outline.v1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 normalization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33" name="Image 7" descr="dl.layer.sigmoid.gate.generated_outline.v1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Sigmoid gate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37" name="Image 8" descr="dl.layer.softmax.generated_outline.v1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Softmax layer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1" name="Image 9" descr="dl.layer.unet.skip.generated_outline.v1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U-Net skip connection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5" name="Image 10" descr="dl.layer.upsampling.generated_outline.v1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 layer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9" name="Image 11" descr="dl.llm.agent.planner.graph.generated_outline.v1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planner graph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3" name="Image 12" descr="dl.llm.alignment.head.generated_outline.v1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Alignment head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7" name="Image 13" descr="dl.llm.beam.tree.generated_outline.v1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Beam search tree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1" name="Image 14" descr="dl.llm.bpe.merge.generated_outline.v1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BPE merge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5" name="Image 15" descr="dl.llm.citation.grounding.generated_outline.v1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 grounding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9" name="Image 16" descr="dl.llm.embedding.table.generated_outline.v1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table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73" name="Image 17" descr="dl.llm.flash.attention.generated_outline.v1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Flash attention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77" name="Image 18" descr="dl.llm.kv.eviction.generated_outline.v1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 cache eviction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1" name="Image 19" descr="dl.llm.long.context.window.generated_outline.v1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context window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5" name="Image 20" descr="dl.llm.lora.adapter.generated_outline.v1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LoRA adapter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9" name="Image 21" descr="dl.llm.memory.retrieval.generated_outline.v1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retrieval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3" name="Image 22" descr="dl.llm.prefix.tuning.generated_outline.v1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Prefix tuning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7" name="Image 23" descr="dl.llm.quantized.weights.generated_outline.v1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Quantized weights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1" name="Image 24" descr="dl.llm.reasoning.chain.generated_outline.v1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 chain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5" name="Image 25" descr="dl.llm.safety.filter.generated_outline.v1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filter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9" name="Image 26" descr="dl.llm.sliding.window.attention.generated_outline.v1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Sliding-window attention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13" name="Image 27" descr="dl.llm.speculative.decoding.generated_outline.v1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Speculative decoding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17" name="Image 28" descr="dl.llm.temperature.generated_outline.v1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Temperature scaling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1" name="Image 29" descr="dl.llm.tokenizer.generated_outline.v1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Tokenizer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5" name="Image 30" descr="dl.llm.tool.call.generated_outline.v1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call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9" name="Image 31" descr="dl.llm.top.k.sampling.generated_outline.v1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Top-k sampling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3" name="Image 32" descr="dl.llm.top.p.sampling.generated_outline.v1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Top-p sampling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7" name="Image 33" descr="dl.llm.verifier.rerank.generated_outline.v1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Verifier rerank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1" name="Image 34" descr="dl.llm.vocab.logits.generated_outline.v1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Vocabulary logits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5" name="Image 35" descr="dl.operator.boundary.condition.generated_outline.v1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 condition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9" name="Image 36" descr="dl.optim.federated.average.generated_outline.v1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Federated averaging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53" name="Image 37" descr="dl.optim.loss.landscape.generated_outline.v1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landscape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57" name="Image 38" descr="dl.prob.beta.distribution.generated_outline.v1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Beta distribution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61" name="Image 39" descr="dl.prob.categorical.simplex.generated_outline.v1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Categorical simplex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481-520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" name="Image 0" descr="dl.prob.out.of.distribution.generated_outline.v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Out-of-distribution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" name="Image 1" descr="dl.prob.posterior.predictive.generated_outline.v1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Posterior predictive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" name="Image 2" descr="dl.sequence.alignment.path.generated_outline.v1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Alignment path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7" name="Image 3" descr="dl.sequence.ctc.lattice.generated_outline.v1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CTC lattice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1" name="Image 4" descr="dl.sequence.gru.gate.generated_outline.v1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 gate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5" name="Image 5" descr="dl.sequence.lstm.gate.generated_outline.v1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LSTM gates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9" name="Image 6" descr="dl.sequence.memory.state.generated_outline.v1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memory state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33" name="Image 7" descr="dl.sequence.rnn.cell.generated_outline.v1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RNN cell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37" name="Image 8" descr="dl.sequence.selective.scan.generated_outline.v1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Selective scan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1" name="Image 9" descr="dl.sequence.sequence.pooling.generated_outline.v1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pooling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5" name="Image 10" descr="dl.sequence.state.space.model.generated_outline.v1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space model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9" name="Image 11" descr="dl.sequence.temporal.conv.generated_outline.v1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convolution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3" name="Image 12" descr="dl.system.tensor.parallel.generated_outline.v1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Tensor parallelism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7" name="Image 13" descr="dl.tensor.2d.feature.map.generated_outline.v1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2D feature map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1" name="Image 14" descr="dl.tensor.3d.volume.generated_outline.v1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tensor volume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5" name="Image 15" descr="dl.tensor.add.generated_outline.v1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Residual add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9" name="Image 16" descr="dl.tensor.adjacency.matrix.generated_outline.v1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Adjacency matrix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73" name="Image 17" descr="dl.tensor.attention.map.generated_outline.v1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map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77" name="Image 18" descr="dl.tensor.channel.stack.generated_outline.v1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 stack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1" name="Image 19" descr="dl.tensor.concat.generated_outline.v1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Concatenation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5" name="Image 20" descr="dl.tensor.flatten.generated_outline.v1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Flatten operation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9" name="Image 21" descr="dl.tensor.jacobian.matrix.generated_outline.v1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Jacobian matrix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3" name="Image 22" descr="dl.tensor.low.rank.generated_outline.v1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Low-rank factors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7" name="Image 23" descr="dl.tensor.mask.generated_outline.v1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Tensor mask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1" name="Image 24" descr="dl.tensor.multiply.generated_outline.v1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Elementwise multiply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5" name="Image 25" descr="dl.tensor.norm.vector.generated_outline.v1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 vector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9" name="Image 26" descr="dl.tensor.positional.encoding.generated_outline.v1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Positional encoding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13" name="Image 27" descr="dl.tensor.reshape.generated_outline.v1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Tensor reshape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17" name="Image 28" descr="dl.tensor.split.generated_outline.v1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Tensor split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1" name="Image 29" descr="dl.tensor.token.sequence.generated_outline.v1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sequence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5" name="Image 30" descr="dl.tensor.weight.matrix.generated_outline.v1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 matrix heatmap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29" name="Image 31" descr="dl.transformer.add.norm.generated_outline.v1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and norm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3" name="Image 32" descr="dl.transformer.attention.head.generated_outline.v1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attention head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7" name="Image 33" descr="dl.transformer.causal.mask.generated_outline.v1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mask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1" name="Image 34" descr="dl.transformer.cls.token.generated_outline.v1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CLS token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5" name="Image 35" descr="dl.transformer.cross.attention.generated_outline.v1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Cross-attention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49" name="Image 36" descr="dl.transformer.decoder.logits.generated_outline.v1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Decoder logits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53" name="Image 37" descr="dl.transformer.expert.bank.generated_outline.v1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 bank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57" name="Image 38" descr="dl.transformer.ffn.generated_outline.v1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FFN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61" name="Image 39" descr="dl.transformer.kv.cache.generated_outline.v1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 cache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521-560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" name="Image 0" descr="dl.transformer.moe.router.generated_outline.v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MoE router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" name="Image 1" descr="dl.transformer.multi.head.attention.generated_outline.v1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Multi-head attention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3" name="Image 2" descr="dl.transformer.patch.embedding.generated_outline.v1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 embedding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7" name="Image 3" descr="dl.transformer.qkv.projection.generated_outline.v1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QKV projection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1" name="Image 4" descr="dl.transformer.rope.generated_outline.v1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Rotary position embedding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5" name="Image 5" descr="dl.transformer.self.attention.generated_outline.v1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Self-attention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29" name="Image 6" descr="dl.transformer.stack.generated_outline.v1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stack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33" name="Image 7" descr="dl.vision.augmentation.chain.generated_outline.v1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Augmentation chain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37" name="Image 8" descr="dl.vision.blur.noise.generated_outline.v1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Blur or noise corruption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1" name="Image 9" descr="dl.vision.convolution.kernel.generated_outline.v1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Convolution kernel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5" name="Image 10" descr="dl.vision.depth.map.generated_outline.v1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 map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49" name="Image 11" descr="dl.vision.dilated.convolution.generated_outline.v1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Dilated convolution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3" name="Image 12" descr="dl.vision.feature.pyramid.generated_outline.v1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pyramid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57" name="Image 13" descr="dl.vision.grouped.convolution.generated_outline.v1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Grouped convolution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1" name="Image 14" descr="dl.vision.image.crop.generated_outline.v1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crop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5" name="Image 15" descr="dl.vision.image.resize.generated_outline.v1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resize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69" name="Image 16" descr="dl.vision.multi.scale.features.generated_outline.v1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Multi-scale features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73" name="Image 17" descr="dl.vision.multiview.fusion.generated_outline.v1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Multi-view fusion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77" name="Image 18" descr="dl.vision.object.boxes.generated_outline.v1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bounding boxes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1" name="Image 19" descr="dl.vision.optical.flow.generated_outline.v1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flow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5" name="Image 20" descr="dl.vision.patch.merge.generated_outline.v1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 merging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89" name="Image 21" descr="dl.vision.pixel.shuffle.generated_outline.v1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Pixel shuffle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3" name="Image 22" descr="dl.vision.pose.skeleton.generated_outline.v1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 skeleton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97" name="Image 23" descr="dl.vision.receptive.field.generated_outline.v1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Receptive field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1" name="Image 24" descr="dl.vision.separable.convolution.generated_outline.v1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Separable convolution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DFF4E8"/>
          </a:solidFill>
          <a:ln w="7620">
            <a:solidFill>
              <a:srgbClr val="92C8A4"/>
            </a:solidFill>
            <a:prstDash val="solid"/>
          </a:ln>
        </p:spPr>
      </p:sp>
      <p:pic>
        <p:nvPicPr>
          <p:cNvPr id="105" name="Image 25" descr="dl.vision.super.resolution.generated_outline.v1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Super-resolution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publication core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9" name="Image 26" descr="ai.align.constitutional.critique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Constitutional critique loop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13" name="Image 27" descr="ai.align.dpo.pairwise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DPO pairwise preference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17" name="Image 28" descr="ai.align.preference.model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Preference model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1" name="Image 29" descr="ai.align.rlhf.pipeline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RLHF pipeline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5" name="Image 30" descr="ai.attention.flash.block.tiles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Flash-attention block tiles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9" name="Image 31" descr="ai.attention.rollout.map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rollout map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3" name="Image 32" descr="ai.compress.distillation.teacher.student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Teacher-student distillation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7" name="Image 33" descr="ai.compress.low.precision.matmul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Low-precision matmul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1" name="Image 34" descr="ai.compress.quantization.bins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Quantization bins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5" name="Image 35" descr="ai.data.active.learning.loop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learning loop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9" name="Image 36" descr="ai.data.augmentation.branch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Augmentation branch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53" name="Image 37" descr="ai.data.augmentation.grid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Augmentation grid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57" name="Image 38" descr="ai.data.class.imbalance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imbalance plot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61" name="Image 39" descr="ai.data.curation.funnel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curation funnel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561-600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" name="Image 0" descr="ai.data.hard.negative.mini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Hard-negative mining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" name="Image 1" descr="ai.data.label.smoothi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smoothing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" name="Image 2" descr="ai.data.loader.pipelin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loader pipeline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7" name="Image 3" descr="ai.data.prompt.dataset.row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dataset row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1" name="Image 4" descr="ai.data.synthetic.loop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data loop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5" name="Image 5" descr="ai.data.train.val.test.split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Train/val/test split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9" name="Image 6" descr="ai.data.weak.supervision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supervision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33" name="Image 7" descr="ai.diffusion.score.sde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SDE field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37" name="Image 8" descr="ai.encdec.generic.encoder.decoder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encoder-decoder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1" name="Image 9" descr="ai.encdec.t5.stack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T5-style text-to-text stack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5" name="Image 10" descr="ai.encdec.transformer.encoder.decoder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encoder-decoder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9" name="Image 11" descr="ai.eval.hallucination.citation.check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Hallucination/citation check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3" name="Image 12" descr="ai.eval.uncertainty.abstain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abstain gate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7" name="Image 13" descr="ai.gen.score.distillation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distillation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1" name="Image 14" descr="ai.gnn.equivariant.vector.field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Equivariant vector field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5" name="Image 15" descr="ai.gnn.protein.contact.map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Protein contact map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9" name="Image 16" descr="ai.llm.chain.of.thought.trace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 trace chain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73" name="Image 17" descr="ai.llm.citation.groundi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 grounding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77" name="Image 18" descr="ai.llm.constrained.decodi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Constrained decoding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1" name="Image 19" descr="ai.llm.context.distillation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distillation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5" name="Image 20" descr="ai.llm.contrastive.decodi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Contrastive decoding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9" name="Image 21" descr="ai.llm.grammar.decodi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Grammar decoding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3" name="Image 22" descr="ai.llm.hallucination.check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Hallucination check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7" name="Image 23" descr="ai.llm.plan.execute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Plan-execute pattern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1" name="Image 24" descr="ai.llm.self.consistency.vote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Self-consistency vote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5" name="Image 25" descr="ai.llm.tree.of.thoughts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Tree-of-thoughts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9" name="Image 26" descr="ai.llm.verifier.rerank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Verifier rerank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13" name="Image 27" descr="ai.mm.audio.spectrogram.encoder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Audio spectrogram encoder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17" name="Image 28" descr="ai.safety.classifier.gateway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classifier gateway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1" name="Image 29" descr="ai.safety.jailbreak.filter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Jailbreak filter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5" name="Image 30" descr="ai.safety.privacy.filter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filter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9" name="Image 31" descr="ai.safety.red.team.loop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Red-team loop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3" name="Image 32" descr="ai.safety.watermark.detector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Watermark detector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7" name="Image 33" descr="ai.science.equation.residual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Equation residual panel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1" name="Image 34" descr="ai.science.graph.force.field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force field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5" name="Image 35" descr="ai.science.inverse.problem.loop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Inverse problem loop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9" name="Image 36" descr="ai.science.mesh.to.field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Mesh-to-field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53" name="Image 37" descr="ai.science.neural.operator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operator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57" name="Image 38" descr="ai.science.pde.operator.block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PDE operator block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61" name="Image 39" descr="ai.science.physics.constraint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Physics constraint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601-640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" name="Image 0" descr="ai.science.protein.folding.trunk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Protein folding trunk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" name="Image 1" descr="ai.science.simulator.surrogat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Simulator surrogate loop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" name="Image 2" descr="ai.science.time.integrator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integrator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7" name="Image 3" descr="ai.serving.adapter.hotswap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hot-swap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1" name="Image 4" descr="ai.serving.autoscale.panel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Autoscale panel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5" name="Image 5" descr="ai.serving.batch.merge.split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merge/split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9" name="Image 6" descr="ai.serving.batch.scheduler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scheduler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33" name="Image 7" descr="ai.serving.load.balancer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balancer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37" name="Image 8" descr="ai.serving.request.queue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Serving request queue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1" name="Image 9" descr="ai.serving.shard.router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Shard router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5" name="Image 10" descr="ai.serving.sla.metric.panel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 metric panel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9" name="Image 11" descr="ai.serving.speculative.decode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Serving speculative decoding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3" name="Image 12" descr="ai.vision.depth.estimation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 estimation panel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7" name="Image 13" descr="ai.vision.detr.object.queries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DETR object queries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1" name="Image 14" descr="ai.vision.dino.self.supervised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DINO self-supervised pair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5" name="Image 15" descr="ai.vision.feature.pyramid.neck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pyramid neck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9" name="Image 16" descr="ai.vision.image.captioner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captioner bridge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73" name="Image 17" descr="ai.vision.panoptic.segmentation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Panoptic segmentation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77" name="Image 18" descr="ai.vision.sam.prompt.mask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 prompt-mask flow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1" name="Image 19" descr="ai.vla.3d.groundi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language grounding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5" name="Image 20" descr="ai.vlm.clip.dual.encoder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CLIP-style dual encoder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9" name="Image 21" descr="nn.atomic.activation.curve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curve chip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3" name="Image 22" descr="nn.atomic.gate.switch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Gate/switch chip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7" name="Image 23" descr="nn.atomic.kernel.tile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Kernel tile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1" name="Image 24" descr="nn.atomic.latent.circle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 variable circle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5" name="Image 25" descr="nn.atomic.multiply.node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Multiply/gate node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9" name="Image 26" descr="nn.atomic.noise.dots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 dots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13" name="Image 27" descr="nn.atomic.plus.node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Plus/sum node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17" name="Image 28" descr="nn.atomic.position.wave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 wave chip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1" name="Image 29" descr="nn.atomic.router.diamond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 diamond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5" name="Image 30" descr="nn.atomic.score.badge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badge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9" name="Image 31" descr="nn.atomic.softmax.simplex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Softmax/simplex chip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3" name="Image 32" descr="nn.atomic.uncertainty.ribbon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ribbon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7" name="Image 33" descr="nn.attention.axial.row.column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Axial attention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1" name="Image 34" descr="nn.attention.block.sparse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Block-sparse attention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5" name="Image 35" descr="nn.attention.flash.tile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Flash-attention tile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9" name="Image 36" descr="nn.attention.local.window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Local/window attention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53" name="Image 37" descr="nn.attention.sliding.window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Sliding-window attention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57" name="Image 38" descr="nn.cnn.dilated.kernel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Dilated convolution kernel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61" name="Image 39" descr="nn.diffusion.score.field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vector field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641-680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" name="Image 0" descr="nn.eval.before.after.example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Before/after example panel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" name="Image 1" descr="nn.eval.confidence.calibration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calibration panel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" name="Image 2" descr="nn.eval.failure.case.grid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Failure-case grid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7" name="Image 3" descr="nn.eval.human.preference.panel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preference panel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1" name="Image 4" descr="nn.eval.latency.throughput.panel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Latency-throughput panel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5" name="Image 5" descr="nn.eval.learning.curves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Learning-curve panel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9" name="Image 6" descr="nn.eval.robustness.sweep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Robustness sweep panel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33" name="Image 7" descr="nn.freq.spectrogram.tile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Spectrogram tile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37" name="Image 8" descr="nn.geometry.point.cloud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point cloud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1" name="Image 9" descr="nn.graph.adjacency.to.nodes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Adjacency matrix to graph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5" name="Image 10" descr="nn.layer.dense.connected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connected layers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9" name="Image 11" descr="nn.peft.adapter.bottleneck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bottleneck module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3" name="Image 12" descr="nn.peft.adapter.merge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merge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7" name="Image 13" descr="nn.peft.frozen.backbone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Frozen backbone with trainable adapter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1" name="Image 14" descr="nn.peft.ia3.gates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IA3 gate scalars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5" name="Image 15" descr="nn.peft.lora.rank.path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LoRA rank path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9" name="Image 16" descr="nn.peft.prompt.tuning.row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Prompt-tuning row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73" name="Image 17" descr="nn.peft.side.tuning.branch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Side-tuning branch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77" name="Image 18" descr="nn.rl.q.value.table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Q-value table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1" name="Image 19" descr="nn.system.all.reduce.ri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All-reduce ring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5" name="Image 20" descr="nn.system.data.parallel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parallel primitive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9" name="Image 21" descr="nn.system.federated.clients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Federated client fleet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3" name="Image 22" descr="nn.system.parameter.shards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 shards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7" name="Image 23" descr="nn.system.pipeline.parallel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parallel primitive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1" name="Image 24" descr="nn.system.server.aggregator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aggregation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5" name="Image 25" descr="nn.tensor.attention.map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map panel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9" name="Image 26" descr="nn.tensor.causal.mask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triangular mask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13" name="Image 27" descr="nn.tensor.confusion.matrix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Confusion matrix panel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17" name="Image 28" descr="nn.tensor.heatmap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Heatmap matrix panel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1" name="Image 29" descr="nn.tensor.image.to.patches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to patches primitive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5" name="Image 30" descr="nn.tensor.matrix.2d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2D matrix/tensor panel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9" name="Image 31" descr="nn.tensor.sparse.matrix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 matrix panel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3" name="Image 32" descr="nn.train.contrastive.pairs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Contrastive pairs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7" name="Image 33" descr="nn.train.forward.backward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Forward/backward pass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1" name="Image 34" descr="nn.train.gradient.clip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clipping primitive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5" name="Image 35" descr="nn.train.lr.schedule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Learning-rate schedule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9" name="Image 36" descr="nn.train.optimizer.path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Optimizer trajectory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53" name="Image 37" descr="nn.train.pareto.front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Pareto front primitive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57" name="Image 38" descr="nn.transformer.ffn.detail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Feed-forward network detail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61" name="Image 39" descr="nn.vision.optical.flow.field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flow field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681-720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" name="Image 0" descr="ppt.annotation.brace.horizonta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Horizontal brace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" name="Image 1" descr="ppt.annotation.brace.vertical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Vertical brace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" name="Image 2" descr="ppt.annotation.callout.pointer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Callout pointer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7" name="Image 3" descr="ppt.annotation.zoom.inset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Zoom inset frame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1" name="Image 4" descr="ppt.connector.bidirectional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Bidirectional connector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5" name="Image 5" descr="ppt.connector.curved.arrow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Curved arrow connector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9" name="Image 6" descr="ppt.connector.elbow.arrow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Elbow arrow connector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33" name="Image 7" descr="ppt.connector.feedback.loop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loop connector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37" name="Image 8" descr="ppt.connector.straight.arrow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Straight arrow connector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1" name="Image 9" descr="ppt.panel.evidence.sidecard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side card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5" name="Image 10" descr="ppt.panel.legend.swatches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Legend swatches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9" name="Image 11" descr="ppt.panel.metric.badge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badge primitive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3" name="Image 12" descr="ppt.panel.module.card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card container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7" name="Image 13" descr="ppt.panel.stage.band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band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1" name="Image 14" descr="ppt.panel.swimlane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Swimlane panel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keep support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5" name="Image 15" descr="paper.derived.architecture.adapter.peft.paper_derived_outline.v1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adapter/PEFT block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9" name="Image 16" descr="paper.derived.architecture.audio.text.fusion.paper_derived_outline.v1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audio-text fusion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73" name="Image 17" descr="paper.derived.architecture.bev.perception.paper_derived_outline.v1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BEV perception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77" name="Image 18" descr="paper.derived.architecture.camera.frustum.paper_derived_outline.v1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camera frustum geometry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1" name="Image 19" descr="paper.derived.architecture.classifier.head.paper_derived_outline.v1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classifier head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5" name="Image 20" descr="paper.derived.architecture.context.window.paper_derived_outline.v1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context window assembly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9" name="Image 21" descr="paper.derived.architecture.contrastive.pair.paper_derived_outline.v1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contrastive pair architectur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3" name="Image 22" descr="paper.derived.architecture.debate.committee.paper_derived_outline.v1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debate/committee workflow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7" name="Image 23" descr="paper.derived.architecture.evaluator.judge.paper_derived_outline.v1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evaluator/judge loop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1" name="Image 24" descr="paper.derived.architecture.fl.aggregation.paper_derived_outline.v1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federated aggregation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5" name="Image 25" descr="paper.derived.architecture.fl.client.selection.paper_derived_outline.v1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client selection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9" name="Image 26" descr="paper.derived.architecture.fl.personalization.paper_derived_outline.v1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FL personalization head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13" name="Image 27" descr="paper.derived.architecture.flow.matching.path.paper_derived_outline.v1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flow matching path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17" name="Image 28" descr="paper.derived.architecture.gan.dual.paper_derived_outline.v1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GAN generator-discriminator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1" name="Image 29" descr="paper.derived.architecture.human.ai.loop.paper_derived_outline.v1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human-AI feedback loop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5" name="Image 30" descr="paper.derived.architecture.image.text.fusion.paper_derived_outline.v1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image-text fusion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9" name="Image 31" descr="paper.derived.architecture.modality.gating.paper_derived_outline.v1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modality gating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3" name="Image 32" descr="paper.derived.architecture.moe.router.paper_derived_outline.v1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mixture-of-experts router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7" name="Image 33" descr="paper.derived.architecture.neural.field.paper_derived_outline.v1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neural field representation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1" name="Image 34" descr="paper.derived.architecture.planner.executor.paper_derived_outline.v1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planner-executor split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5" name="Image 35" descr="paper.derived.architecture.policy.value.paper_derived_outline.v1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policy-value split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9" name="Image 36" descr="paper.derived.architecture.privacy.secure.aggregation.paper_derived_outline.v1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secure aggregation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53" name="Image 37" descr="paper.derived.architecture.prompt.chain.paper_derived_outline.v1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prompt chain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57" name="Image 38" descr="paper.derived.architecture.reward.model.paper_derived_outline.v1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reward model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61" name="Image 39" descr="paper.derived.architecture.rl.env.loop.paper_derived_outline.v1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RL environment loop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721-760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" name="Image 0" descr="paper.derived.architecture.robot.perception.action.paper_derived_outline.v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robot perception-action loop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" name="Image 1" descr="paper.derived.architecture.server.client.round.paper_derived_outline.v1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server-client round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" name="Image 2" descr="paper.derived.architecture.teacher.student.paper_derived_outline.v1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teacher-student distillation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7" name="Image 3" descr="paper.derived.architecture.transformer.block.paper_derived_outline.v1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transformer block motif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1" name="Image 4" descr="paper.derived.architecture.unet.skip.paper_derived_outline.v1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U-Net skip architecture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5" name="Image 5" descr="paper.derived.data.feature.pyramid.paper_derived_outline.v1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feature pyramid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9" name="Image 6" descr="paper.derived.data.latent.bottleneck.paper_derived_outline.v1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latent bottleneck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33" name="Image 7" descr="paper.derived.data.matrix.taxonomy.paper_derived_outline.v1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matrix taxonomy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37" name="Image 8" descr="paper.derived.data.multiview.paper_derived_outline.v1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multi-view fusion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1" name="Image 9" descr="paper.derived.data.patch.grid.paper_derived_outline.v1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patch grid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5" name="Image 10" descr="paper.derived.data.time.series.forecast.paper_derived_outline.v1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time-series forecasting flow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9" name="Image 11" descr="paper.derived.data.uncertainty.band.paper_derived_outline.v1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uncertainty band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3" name="Image 12" descr="paper.derived.evidence.ablation.grid.paper_derived_outline.v1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ablation grid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7" name="Image 13" descr="paper.derived.evidence.before.after.paper_derived_outline.v1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before-after strip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1" name="Image 14" descr="paper.derived.evidence.benchmark.suite.paper_derived_outline.v1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benchmark suite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5" name="Image 15" descr="paper.derived.evidence.caption.anchor.paper_derived_outline.v1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caption anchor card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9" name="Image 16" descr="paper.derived.evidence.card.paper_derived_outline.v1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evidence side card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73" name="Image 17" descr="paper.derived.evidence.metric.dashboard.paper_derived_outline.v1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metric dashboard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77" name="Image 18" descr="paper.derived.evidence.pareto.front.paper_derived_outline.v1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Pareto front panel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1" name="Image 19" descr="paper.derived.evidence.qualitative.before.after.zoom.paper_derived_outline.v1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qualitative zoom comparison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5" name="Image 20" descr="paper.derived.evidence.qualitative.grid.paper_derived_outline.v1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qualitative example grid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9" name="Image 21" descr="paper.derived.evidence.robustness.attack.paper_derived_outline.v1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robustness/attack panel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3" name="Image 22" descr="paper.derived.pipeline.branch.merge.paper_derived_outline.v1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branch and merge flow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7" name="Image 23" descr="paper.derived.pipeline.cascade.paper_derived_outline.v1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cascade routing flow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1" name="Image 24" descr="paper.derived.pipeline.central.orchestrator.paper_derived_outline.v1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central orchestrator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5" name="Image 25" descr="paper.derived.pipeline.curriculum.stages.paper_derived_outline.v1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staged curriculum flow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9" name="Image 26" descr="paper.derived.pipeline.data.model.metric.paper_derived_outline.v1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data-model-metric chain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13" name="Image 27" descr="paper.derived.pipeline.failure.mode.panel.paper_derived_outline.v1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failure mode panel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17" name="Image 28" descr="paper.derived.pipeline.feedback.loop.paper_derived_outline.v1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feedback loop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1" name="Image 29" descr="paper.derived.pipeline.hierarchy.paper_derived_outline.v1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hierarchical stack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5" name="Image 30" descr="paper.derived.pipeline.iterative.self.refine.paper_derived_outline.v1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iterative self-refinement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9" name="Image 31" descr="paper.derived.pipeline.modular.paper_derived_outline.v1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modular pipeline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3" name="Image 32" descr="paper.derived.pipeline.safety.guardrail.paper_derived_outline.v1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safety guardrail path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7" name="Image 33" descr="paper.derived.pipeline.speculative.decode.paper_derived_outline.v1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speculative decoding loop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1" name="Image 34" descr="paper.derived.pipeline.swimlane.paper_derived_outline.v1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swimlane workflow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5" name="Image 35" descr="paper.derived.pipeline.train.infer.split.paper_derived_outline.v1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train/inference split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9" name="Image 36" descr="paper.derived.pipeline.zoom.callout.paper_derived_outline.v1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Paper-derived zoom callout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derived icon | keep support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53" name="Image 37" descr="agent.memory.tabler_outline.v1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module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57" name="Image 38" descr="agent.robot.tabler_outline.v1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61" name="Image 39" descr="agent.tool.tabler_outline.v1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use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761-800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" name="Image 0" descr="data.graph.tabler_outline.v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data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" name="Image 1" descr="data.multimodal.tabler_outline.v1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Multimodal data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" name="Image 2" descr="data.sequence.tabler_outline.v1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7" name="Image 3" descr="data.token.tabler_outline.v1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1" name="Image 4" descr="data.vector.store.tabler_outline.v1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store or embedding index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5" name="Image 5" descr="diffusion.ripple.tabler_outline.v1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Diffusion / spreading process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9" name="Image 6" descr="dl.3d.bev.grid.generated_outline.v1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Bird's-eye-view grid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33" name="Image 7" descr="dl.3d.bounding.box.generated_outline.v1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bounding box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37" name="Image 8" descr="dl.3d.camera.frustum.generated_outline.v1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 frustum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1" name="Image 9" descr="dl.3d.camera.pose.generated_outline.v1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 pose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5" name="Image 10" descr="dl.3d.coordinate.frame.generated_outline.v1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coordinate frame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9" name="Image 11" descr="dl.3d.depth.map.generated_outline.v1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 map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3" name="Image 12" descr="dl.3d.differentiable.renderer.generated_outline.v1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Differentiable renderer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7" name="Image 13" descr="dl.3d.epipolar.geometry.generated_outline.v1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Epipolar geometry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1" name="Image 14" descr="dl.3d.gaussian.splatting.generated_outline.v1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Gaussian splatting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5" name="Image 15" descr="dl.3d.gripper.pose.generated_outline.v1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Gripper pose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9" name="Image 16" descr="dl.3d.human.mesh.generated_outline.v1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mesh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73" name="Image 17" descr="dl.3d.icp.registration.generated_outline.v1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ICP registration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77" name="Image 18" descr="dl.3d.implicit.neural.field.generated_outline.v1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Implicit neural field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1" name="Image 19" descr="dl.3d.instance.segmentation.generated_outline.v1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instance segmentation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5" name="Image 20" descr="dl.3d.lidar.scan.generated_outline.v1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LiDAR scan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9" name="Image 21" descr="dl.3d.marching.cubes.generated_outline.v1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Marching cubes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3" name="Image 22" descr="dl.3d.mesh.surface.generated_outline.v1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Mesh surface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7" name="Image 23" descr="dl.3d.multi.view.cameras.generated_outline.v1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Multi-view cameras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1" name="Image 24" descr="dl.3d.nerf.camera.rays.generated_outline.v1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NeRF camera rays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5" name="Image 25" descr="dl.3d.neural.radiance.cache.generated_outline.v1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radiance cache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9" name="Image 26" descr="dl.3d.normal.map.generated_outline.v1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map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13" name="Image 27" descr="dl.3d.object.detection.box.generated_outline.v1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object detection box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17" name="Image 28" descr="dl.3d.point.cloud.colored.generated_outline.v1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Colored point cloud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1" name="Image 29" descr="dl.3d.point.cloud.generated_outline.v1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cloud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5" name="Image 30" descr="dl.3d.point.correspondence.generated_outline.v1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correspondence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9" name="Image 31" descr="dl.3d.point.voxel.fusion.generated_outline.v1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Point-voxel fusion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3" name="Image 32" descr="dl.3d.pose.skeleton.generated_outline.v1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pose skeleton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7" name="Image 33" descr="dl.3d.quaternion.rotation.generated_outline.v1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Quaternion rotation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1" name="Image 34" descr="dl.3d.ray.marching.generated_outline.v1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Ray marching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5" name="Image 35" descr="dl.3d.reconstruction.pipeline.generated_outline.v1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reconstruction pipeline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9" name="Image 36" descr="dl.3d.rigid.alignment.generated_outline.v1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Rigid alignment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53" name="Image 37" descr="dl.3d.robot.arm.pose.generated_outline.v1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 arm pose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57" name="Image 38" descr="dl.3d.rotation.matrix.generated_outline.v1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Rotation matrix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61" name="Image 39" descr="dl.3d.scene.graph.generated_outline.v1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scene graph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801-840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" name="Image 0" descr="dl.3d.se3.transform.generated_outline.v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SE(3) transform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" name="Image 1" descr="dl.3d.semantic.segmentation.generated_outline.v1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semantic segmentation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" name="Image 2" descr="dl.3d.signed.distance.field.generated_outline.v1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Signed distance field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7" name="Image 3" descr="dl.3d.slam.loop.generated_outline.v1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 loop closure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1" name="Image 4" descr="dl.3d.splat.cloud.generated_outline.v1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Splat cloud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5" name="Image 5" descr="dl.3d.stereo.pair.generated_outline.v1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Stereo camera pair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9" name="Image 6" descr="dl.3d.surface.normals.generated_outline.v1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Surface normals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33" name="Image 7" descr="dl.3d.tensor.cube.generated_outline.v1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tensor cube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37" name="Image 8" descr="dl.3d.texture.map.generated_outline.v1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Texture map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1" name="Image 9" descr="dl.3d.trajectory.curve.generated_outline.v1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trajectory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5" name="Image 10" descr="dl.3d.triangle.mesh.generated_outline.v1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Triangle mesh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9" name="Image 11" descr="dl.3d.triplane.features.generated_outline.v1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Tri-plane features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3" name="Image 12" descr="dl.3d.uv.unwrap.generated_outline.v1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 unwrap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7" name="Image 13" descr="dl.3d.volume.rendering.generated_outline.v1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 rendering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1" name="Image 14" descr="dl.3d.voxel.grid.generated_outline.v1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Voxel grid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5" name="Image 15" descr="dl.agent.guardrail.icon.generated_outline.v1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9" name="Image 16" descr="dl.agent.memory.icon.generated_outline.v1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memory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73" name="Image 17" descr="dl.agent.planner.icon.generated_outline.v1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planner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77" name="Image 18" descr="dl.agent.tool.call.icon.generated_outline.v1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call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1" name="Image 19" descr="dl.attention.causal.mask.icon.generated_outline.v1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mask icon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5" name="Image 20" descr="dl.attention.cross.modal.icon.generated_outline.v1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Cross-modal attention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9" name="Image 21" descr="dl.attention.dot.product.generated_outline.v1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Dot-product attention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3" name="Image 22" descr="dl.attention.flash.tile.icon.generated_outline.v1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Flash attention tile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7" name="Image 23" descr="dl.attention.head.prune.icon.generated_outline.v1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head pruning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1" name="Image 24" descr="dl.attention.kv.cache.icon.generated_outline.v1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 cache icon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5" name="Image 25" descr="dl.attention.multi.head.simple.generated_outline.v1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Multi-head attention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9" name="Image 26" descr="dl.attention.paged.cache.icon.generated_outline.v1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Paged cache icon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13" name="Image 27" descr="dl.attention.rope.icon.generated_outline.v1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RoPE icon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17" name="Image 28" descr="dl.diffusion.cfg.icon.generated_outline.v1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Classifier-free guidance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1" name="Image 29" descr="dl.diffusion.controlnet.icon.generated_outline.v1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ControlNet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5" name="Image 30" descr="dl.diffusion.ddpm.icon.generated_outline.v1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DDPM process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9" name="Image 31" descr="dl.diffusion.denoiser.icon.generated_outline.v1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Denoiser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3" name="Image 32" descr="dl.diffusion.dit.icon.generated_outline.v1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Diffusion Transformer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7" name="Image 33" descr="dl.diffusion.latent.grid.generated_outline.v1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 diffusion grid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1" name="Image 34" descr="dl.diffusion.scheduler.icon.generated_outline.v1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 scheduler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5" name="Image 35" descr="dl.distribution.decision.boundary.generated_outline.v1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boundary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9" name="Image 36" descr="dl.distribution.prototype.centers.generated_outline.v1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centers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53" name="Image 37" descr="dl.embedding.projection.generated_outline.v1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projection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57" name="Image 38" descr="dl.embedding.retrieval.index.generated_outline.v1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retrieval index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61" name="Image 39" descr="dl.embedding.similarity.generated_outline.v1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similarity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841-880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" name="Image 0" descr="dl.embedding.space.scatter.generated_outline.v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space scatter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" name="Image 1" descr="dl.embedding.table.compact.generated_outline.v1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Compact embedding table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" name="Image 2" descr="dl.embedding.vector.generated_outline.v1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vector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7" name="Image 3" descr="dl.encdec.autoencoder.icon.generated_outline.v1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Autoencoder icon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1" name="Image 4" descr="dl.encdec.bridge.icon.generated_outline.v1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Encoder-decoder bridge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5" name="Image 5" descr="dl.encdec.decoder.icon.generated_outline.v1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Decoder icon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9" name="Image 6" descr="dl.encdec.encoder.icon.generated_outline.v1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Encoder icon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33" name="Image 7" descr="dl.encdec.skip.icon.generated_outline.v1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connection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37" name="Image 8" descr="dl.encdec.vae.icon.generated_outline.v1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VAE icon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1" name="Image 9" descr="dl.explain.activation.probe.generated_outline.v1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probe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5" name="Image 10" descr="dl.explain.concept.vector.generated_outline.v1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vector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9" name="Image 11" descr="dl.explain.counterfactual.pair.generated_outline.v1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Counterfactual pair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3" name="Image 12" descr="dl.explain.failure.case.generated_outline.v1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case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7" name="Image 13" descr="dl.explain.feature.attribution.generated_outline.v1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attribution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1" name="Image 14" descr="dl.explain.influence.function.generated_outline.v1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Influence function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5" name="Image 15" descr="dl.explain.neuron.activation.generated_outline.v1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Neuron activation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9" name="Image 16" descr="dl.generative.control.signal.generated_outline.v1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signal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73" name="Image 17" descr="dl.generative.discriminator.score.generated_outline.v1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Discriminator score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77" name="Image 18" descr="dl.generative.gan.generated_outline.v1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 generator-discriminator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1" name="Image 19" descr="dl.generative.inpainting.mask.generated_outline.v1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Inpainting mask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5" name="Image 20" descr="dl.generative.latent.interpolation.generated_outline.v1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 interpolation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9" name="Image 21" descr="dl.generative.text.to.image.generated_outline.v1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Text-to-image path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3" name="Image 22" descr="dl.gnn.edge.icon.generated_outline.v1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edge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7" name="Image 23" descr="dl.gnn.equivariant.icon.generated_outline.v1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Equivariant field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1" name="Image 24" descr="dl.gnn.graph.attention.icon.generated_outline.v1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attention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5" name="Image 25" descr="dl.gnn.hetero.icon.generated_outline.v1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Heterogeneous graph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9" name="Image 26" descr="dl.gnn.knowledge.graph.icon.generated_outline.v1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graph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13" name="Image 27" descr="dl.gnn.mesh.icon.generated_outline.v1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Mesh graph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17" name="Image 28" descr="dl.gnn.message.icon.generated_outline.v1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passing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1" name="Image 29" descr="dl.gnn.molecule.icon.generated_outline.v1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Molecule graph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5" name="Image 30" descr="dl.gnn.node.icon.generated_outline.v1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node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9" name="Image 31" descr="dl.gnn.pointcloud.icon.generated_outline.v1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cloud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3" name="Image 32" descr="dl.layer.bottleneck.generated_outline.v1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Bottleneck block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7" name="Image 33" descr="dl.layer.dense.generated_outline.v1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layer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1" name="Image 34" descr="dl.layer.neural.circuit.generated_outline.v1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circuit schematic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5" name="Image 35" descr="dl.llm.document.chunks.generated_outline.v1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chunks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9" name="Image 36" descr="dl.operator.convolution.theorem.generated_outline.v1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Convolution theorem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53" name="Image 37" descr="dl.operator.fno.block.generated_outline.v1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Fourier neural operator block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57" name="Image 38" descr="dl.operator.frequency.mask.generated_outline.v1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mask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61" name="Image 39" descr="dl.operator.green.function.generated_outline.v1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Green's function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881-920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" name="Image 0" descr="dl.operator.laplace.operator.generated_outline.v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Laplacian operator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" name="Image 1" descr="dl.operator.neural.operator.kernel.generated_outline.v1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operator kernel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" name="Image 2" descr="dl.operator.pde.grid.generated_outline.v1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PDE grid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7" name="Image 3" descr="dl.operator.radial.spectrum.generated_outline.v1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Radial spectrum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1" name="Image 4" descr="dl.operator.spectral.conv.generated_outline.v1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Spectral convolution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5" name="Image 5" descr="dl.optim.adam.moments.generated_outline.v1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Adam moments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9" name="Image 6" descr="dl.optim.async.update.generated_outline.v1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Asynchronous update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33" name="Image 7" descr="dl.optim.backpropagation.generated_outline.v1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Backpropagation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37" name="Image 8" descr="dl.optim.checkpoint.merge.generated_outline.v1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merge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1" name="Image 9" descr="dl.optim.communication.compression.generated_outline.v1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compression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5" name="Image 10" descr="dl.optim.constraint.projection.generated_outline.v1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 projection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9" name="Image 11" descr="dl.optim.contrastive.pairs.generated_outline.v1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Contrastive pairs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3" name="Image 12" descr="dl.optim.curvature.generated_outline.v1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Curvature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7" name="Image 13" descr="dl.optim.distillation.teacher.student.generated_outline.v1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Teacher-student distillation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1" name="Image 14" descr="dl.optim.early.stopping.generated_outline.v1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stopping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5" name="Image 15" descr="dl.optim.gradient.clipping.generated_outline.v1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clipping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9" name="Image 16" descr="dl.optim.gradient.vector.generated_outline.v1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vector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73" name="Image 17" descr="dl.optim.hessian.matrix.generated_outline.v1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Hessian matrix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77" name="Image 18" descr="dl.optim.hyperparameter.search.generated_outline.v1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Hyperparameter search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1" name="Image 19" descr="dl.optim.lagrange.multiplier.generated_outline.v1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Lagrange multiplier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5" name="Image 20" descr="dl.optim.learning.rate.schedule.generated_outline.v1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rate schedule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9" name="Image 21" descr="dl.optim.local.steps.generated_outline.v1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update steps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3" name="Image 22" descr="dl.optim.momentum.generated_outline.v1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Momentum update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7" name="Image 23" descr="dl.optim.multi.objective.generated_outline.v1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Multi-objective optimization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1" name="Image 24" descr="dl.optim.pareto.front.generated_outline.v1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Pareto front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5" name="Image 25" descr="dl.optim.pruning.generated_outline.v1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Pruning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9" name="Image 26" descr="dl.optim.quantization.generated_outline.v1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Quantization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13" name="Image 27" descr="dl.optim.reinforcement.loop.generated_outline.v1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optimization loop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17" name="Image 28" descr="dl.optim.robust.aggregation.generated_outline.v1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 aggregation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1" name="Image 29" descr="dl.optim.saddle.point.generated_outline.v1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Saddle point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5" name="Image 30" descr="dl.optim.trust.region.generated_outline.v1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region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9" name="Image 31" descr="dl.optim.weight.decay.generated_outline.v1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 decay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3" name="Image 32" descr="dl.optim.zero.order.generated_outline.v1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Zeroth-order optimization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7" name="Image 33" descr="dl.plot.accuracy.curve.icon.generated_outline.v1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curve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1" name="Image 34" descr="dl.plot.calibration.icon.generated_outline.v1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 curve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5" name="Image 35" descr="dl.plot.distribution.overlay.icon.generated_outline.v1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 overlay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9" name="Image 36" descr="dl.plot.domain.shift.icon.generated_outline.v1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shift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53" name="Image 37" descr="dl.plot.loss.curve.icon.generated_outline.v1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curve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57" name="Image 38" descr="dl.plot.roc.icon.generated_outline.v1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 curve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61" name="Image 39" descr="dl.plot.scatter.clusters.icon.generated_outline.v1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Scatter clusters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921-960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" name="Image 0" descr="dl.plot.train.val.icon.generated_outline.v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Train/validation curves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" name="Image 1" descr="dl.plot.uncertainty.icon.generated_outline.v1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band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" name="Image 2" descr="dl.prob.bayesian.update.generated_outline.v1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Bayesian update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7" name="Image 3" descr="dl.prob.calibration.curve.generated_outline.v1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 curve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1" name="Image 4" descr="dl.prob.dirichlet.simplex.generated_outline.v1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Dirichlet simplex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5" name="Image 5" descr="dl.prob.domain.adaptation.generated_outline.v1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adaptation shift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9" name="Image 6" descr="dl.prob.energy.score.generated_outline.v1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score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33" name="Image 7" descr="dl.prob.ensemble.variance.generated_outline.v1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Ensemble variance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37" name="Image 8" descr="dl.prob.monte.carlo.samples.generated_outline.v1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Monte Carlo samples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1" name="Image 9" descr="dl.prob.pr.curve.generated_outline.v1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Precision-recall curve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5" name="Image 10" descr="dl.prob.prior.posterior.generated_outline.v1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to posterior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9" name="Image 11" descr="dl.prob.roc.curve.generated_outline.v1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 curve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3" name="Image 12" descr="dl.prob.uncertainty.samples.generated_outline.v1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samples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7" name="Image 13" descr="dl.rnn.bidirectional.icon.generated_outline.v1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Bidirectional recurrent icon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1" name="Image 14" descr="dl.rnn.cell.icon.generated_outline.v1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RNN cell icon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5" name="Image 15" descr="dl.rnn.gru.icon.generated_outline.v1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 icon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9" name="Image 16" descr="dl.rnn.lstm.icon.generated_outline.v1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LSTM icon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73" name="Image 17" descr="dl.sequence.retention.icon.generated_outline.v1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icon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77" name="Image 18" descr="dl.sequence.temporal.pool.icon.generated_outline.v1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pooling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1" name="Image 19" descr="dl.serve.cache.hit.icon.generated_outline.v1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hit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5" name="Image 20" descr="dl.serve.stream.icon.generated_outline.v1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streaming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9" name="Image 21" descr="dl.ssm.long.conv.icon.generated_outline.v1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convolution icon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3" name="Image 22" descr="dl.ssm.selective.scan.icon.generated_outline.v1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Selective scan icon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7" name="Image 23" descr="dl.ssm.state.icon.generated_outline.v1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icon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1" name="Image 24" descr="dl.system.all.reduce.generated_outline.v1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All-reduce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5" name="Image 25" descr="dl.system.client.update.round.generated_outline.v1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update round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9" name="Image 26" descr="dl.system.communication.bottleneck.generated_outline.v1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bottleneck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13" name="Image 27" descr="dl.system.data.parallel.generated_outline.v1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parallelism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17" name="Image 28" descr="dl.system.edge.client.fleet.generated_outline.v1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client fleet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1" name="Image 29" descr="dl.system.parameter.sharding.generated_outline.v1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 sharding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5" name="Image 30" descr="dl.system.pipeline.parallel.generated_outline.v1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parallelism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9" name="Image 31" descr="dl.system.server.aggregator.generated_outline.v1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aggregator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3" name="Image 32" descr="dl.system.stale.gradient.generated_outline.v1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Stale gradient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7" name="Image 33" descr="dl.tensor.patch.grid.generated_outline.v1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 grid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1" name="Image 34" descr="dl.tensor.sparse.generated_outline.v1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 tensor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5" name="Image 35" descr="dl.token.masked.generated_outline.v1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Masked token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9" name="Image 36" descr="dl.token.positioned.generated_outline.v1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Positioned token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53" name="Image 37" descr="dl.token.single.generated_outline.v1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token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57" name="Image 38" descr="dl.token.special.cls.generated_outline.v1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 CLS token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61" name="Image 39" descr="dl.transformer.attention.scores.generated_outline.v1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score matrix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961-1000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" name="Image 0" descr="dl.transformer.block.generated_outline.v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block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" name="Image 1" descr="dl.transformer.decoder.block.generated_outline.v1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decoder block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" name="Image 2" descr="dl.transformer.encoder.block.generated_outline.v1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encoder block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7" name="Image 3" descr="dl.vision.segmentation.mask.generated_outline.v1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Segmentation mask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1" name="Image 4" descr="dl.vla.action.tokens.generated_outline.v1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tokens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5" name="Image 5" descr="dl.vla.affordance.map.generated_outline.v1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Affordance map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29" name="Image 6" descr="dl.vla.robot.policy.generated_outline.v1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 policy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33" name="Image 7" descr="dl.vlm.cross.modal.retrieval.generated_outline.v1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Cross-modal retrieval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37" name="Image 8" descr="dl.vlm.image.text.bridge.generated_outline.v1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Image-text bridge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1" name="Image 9" descr="dl.vlm.region.grounding.generated_outline.v1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 grounding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5" name="Image 10" descr="dl.vlm.video.tokens.generated_outline.v1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tokens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49" name="Image 11" descr="evidence.chart.scatter.tabler_outline.v1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Scatter chart evidence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3" name="Image 12" descr="federated.aggregation.tabler_outline.v1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Aggregation or merge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57" name="Image 13" descr="generation.wand.tabler_outline.v1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Generation or synthesis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1" name="Image 14" descr="graph.dag.tabler_outline.v1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Directed acyclic graph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5" name="Image 15" descr="graph.edge.tabler_outline.v1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edge or connector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69" name="Image 16" descr="graph.hierarchy.tabler_outline.v1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Hierarchy or tree structure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73" name="Image 17" descr="graph.node.tabler_outline.v1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graph node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77" name="Image 18" descr="graph.nodes.edges.tabler_outline.v1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nodes and edges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1" name="Image 19" descr="inference.cache.tabler_outline.v1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 cache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5" name="Image 20" descr="layout.map.tabler_outline.v1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or spatial panel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89" name="Image 21" descr="model.attention.tabler_outline.v1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or focus mechanism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3" name="Image 22" descr="model.embedding.tabler_outline.v1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representation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97" name="Image 23" descr="model.generator.tabler_outline.v1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Generator module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1" name="Image 24" descr="model.latent.space.tabler_outline.v1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 space or distribution map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5" name="Image 25" descr="model.memory.bank.tabler_outline.v1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bank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09" name="Image 26" descr="model.reranker.tabler_outline.v1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Reranker module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13" name="Image 27" descr="model.retriever.tabler_outline.v1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Retriever module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17" name="Image 28" descr="model.transformer.decoder.lucide_outline.v1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decoder / generator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1" name="Image 29" descr="model.transformer.encoder.lucide_outline.v1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encoder / feature extractor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5" name="Image 30" descr="nonborrow.boundary.tabler_outline.v1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Non-borrow boundary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29" name="Image 31" descr="retrieval.answer.tabler_outline.v1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answer or response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3" name="Image 32" descr="retrieval.rerank.tabler_outline.v1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Reranking or sorting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37" name="Image 33" descr="retrieval.search.tabler_outline.v1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/ retriever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1" name="Image 34" descr="system.api.tabler_outline.v1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/ plug-in integration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5" name="Image 35" descr="system.security.shield.tabler_outline.v1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or trust boundary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49" name="Image 36" descr="system.users.tabler_outline.v1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users or clients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53" name="Image 37" descr="training.loss.tabler_outline.v1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or optimization target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57" name="Image 38" descr="typography.label.tabler_outline.v1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label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7620">
            <a:solidFill>
              <a:srgbClr val="B6C7EA"/>
            </a:solidFill>
            <a:prstDash val="solid"/>
          </a:ln>
        </p:spPr>
      </p:sp>
      <p:pic>
        <p:nvPicPr>
          <p:cNvPr id="161" name="Image 39" descr="typography.short.label.tabler_outline.v1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module label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keep support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1001-1040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FF4DE"/>
          </a:solidFill>
          <a:ln w="7620">
            <a:solidFill>
              <a:srgbClr val="E1B866"/>
            </a:solidFill>
            <a:prstDash val="solid"/>
          </a:ln>
        </p:spPr>
      </p:sp>
      <p:pic>
        <p:nvPicPr>
          <p:cNvPr id="5" name="Image 0" descr="agent.feedback.lucide_outline.v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or reward feedback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replace candidate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FF4DE"/>
          </a:solidFill>
          <a:ln w="7620">
            <a:solidFill>
              <a:srgbClr val="E1B866"/>
            </a:solidFill>
            <a:prstDash val="solid"/>
          </a:ln>
        </p:spPr>
      </p:sp>
      <p:pic>
        <p:nvPicPr>
          <p:cNvPr id="9" name="Image 1" descr="agent.planner.tabler_outline.v1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 or task list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replace candidate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FF4DE"/>
          </a:solidFill>
          <a:ln w="7620">
            <a:solidFill>
              <a:srgbClr val="E1B866"/>
            </a:solidFill>
            <a:prstDash val="solid"/>
          </a:ln>
        </p:spPr>
      </p:sp>
      <p:pic>
        <p:nvPicPr>
          <p:cNvPr id="13" name="Image 2" descr="dl.3d.occupancy.field.generated_outline.v1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Occupancy field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replace candidate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FF4DE"/>
          </a:solidFill>
          <a:ln w="7620">
            <a:solidFill>
              <a:srgbClr val="E1B866"/>
            </a:solidFill>
            <a:prstDash val="solid"/>
          </a:ln>
        </p:spPr>
      </p:sp>
      <p:pic>
        <p:nvPicPr>
          <p:cNvPr id="17" name="Image 3" descr="dl.attention.global.token.icon.generated_outline.v1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attention token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replace candidate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FF4DE"/>
          </a:solidFill>
          <a:ln w="7620">
            <a:solidFill>
              <a:srgbClr val="E1B866"/>
            </a:solidFill>
            <a:prstDash val="solid"/>
          </a:ln>
        </p:spPr>
      </p:sp>
      <p:pic>
        <p:nvPicPr>
          <p:cNvPr id="21" name="Image 4" descr="dl.attention.local.window.icon.generated_outline.v1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attention window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replace candidate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FF4DE"/>
          </a:solidFill>
          <a:ln w="7620">
            <a:solidFill>
              <a:srgbClr val="E1B866"/>
            </a:solidFill>
            <a:prstDash val="solid"/>
          </a:ln>
        </p:spPr>
      </p:sp>
      <p:pic>
        <p:nvPicPr>
          <p:cNvPr id="25" name="Image 5" descr="dl.attention.softmax.weights.generated_outline.v1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weights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replace candidate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FF4DE"/>
          </a:solidFill>
          <a:ln w="7620">
            <a:solidFill>
              <a:srgbClr val="E1B866"/>
            </a:solidFill>
            <a:prstDash val="solid"/>
          </a:ln>
        </p:spPr>
      </p:sp>
      <p:pic>
        <p:nvPicPr>
          <p:cNvPr id="29" name="Image 6" descr="dl.plot.decision.boundary.icon.generated_outline.v1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boundary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replace candidate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FF4DE"/>
          </a:solidFill>
          <a:ln w="7620">
            <a:solidFill>
              <a:srgbClr val="E1B866"/>
            </a:solidFill>
            <a:prstDash val="solid"/>
          </a:ln>
        </p:spPr>
      </p:sp>
      <p:pic>
        <p:nvPicPr>
          <p:cNvPr id="33" name="Image 7" descr="dl.ssm.mamba.icon.generated_outline.v1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Mamba block icon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replace candidate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FF4DE"/>
          </a:solidFill>
          <a:ln w="7620">
            <a:solidFill>
              <a:srgbClr val="E1B866"/>
            </a:solidFill>
            <a:prstDash val="solid"/>
          </a:ln>
        </p:spPr>
      </p:sp>
      <p:pic>
        <p:nvPicPr>
          <p:cNvPr id="37" name="Image 8" descr="dl.token.row.compact.generated_outline.v1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Compact token row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replace candidate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FF4DE"/>
          </a:solidFill>
          <a:ln w="7620">
            <a:solidFill>
              <a:srgbClr val="E1B866"/>
            </a:solidFill>
            <a:prstDash val="solid"/>
          </a:ln>
        </p:spPr>
      </p:sp>
      <p:pic>
        <p:nvPicPr>
          <p:cNvPr id="41" name="Image 9" descr="dl.token.streaming.generated_outline.v1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Streaming tokens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replace candidate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FF4DE"/>
          </a:solidFill>
          <a:ln w="7620">
            <a:solidFill>
              <a:srgbClr val="E1B866"/>
            </a:solidFill>
            <a:prstDash val="solid"/>
          </a:ln>
        </p:spPr>
      </p:sp>
      <p:pic>
        <p:nvPicPr>
          <p:cNvPr id="45" name="Image 10" descr="dl.vlm.ocr.tokens.generated_outline.v1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 tokens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replace candidate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49" name="Image 11" descr="ai.compress.pruning.mask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Pruning mask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quarantine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53" name="Image 12" descr="ai.safety.bias.audit.matrix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 audit matrix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quarantine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57" name="Image 13" descr="nn.atomic.dropout.mask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Dropout mask chip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quarantine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61" name="Image 14" descr="nn.atomic.mask.tile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 tile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quarantine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65" name="Image 15" descr="nn.eval.ablation.grid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Ablation grid panel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quarantine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69" name="Image 16" descr="nn.eval.error.taxonomy.matrix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taxonomy matrix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quarantine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73" name="Image 17" descr="nn.peft.delta.weights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Delta-weight overlay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quarantine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77" name="Image 18" descr="nn.train.hessian.matrix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Hessian matrix primitive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ppt primitive | quarantine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81" name="Image 19" descr="algorithm.step.tabler_outline.v1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 step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85" name="Image 20" descr="bbox.manifest.tabler_outline.v1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Bounding box manifest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89" name="Image 21" descr="benchmark.trophy.tabler_outline.v1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or leaderboard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93" name="Image 22" descr="candidate.contract.lock.tabler_outline.v1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fidelity lock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97" name="Image 23" descr="caption.legend.tabler_outline.v1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Caption and legend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01" name="Image 24" descr="caption.obligation.tabler_outline.v1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Caption obligation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05" name="Image 25" descr="code.braces.tabler_outline.v1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block or JSON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09" name="Image 26" descr="code.terminal.tabler_outline.v1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or executable program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13" name="Image 27" descr="communication.message.tabler_outline.v1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or communication edge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17" name="Image 28" descr="connector.curved.tabler_outline.v1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Curved connector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21" name="Image 29" descr="connector.dashed.tabler_outline.v1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Dashed connector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25" name="Image 30" descr="connector.loop.tabler_outline.v1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Loop connector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29" name="Image 31" descr="connector.orthogonal.tabler_outline.v1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Orthogonal connector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33" name="Image 32" descr="context.ring.tabler_outline.v1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ring or surrounding condition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37" name="Image 33" descr="data.augment.tabler_outline.v1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augmentation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41" name="Image 34" descr="data.batch.tabler_outline.v1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45" name="Image 35" descr="data.dataset.database.tabler_outline.v1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or database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49" name="Image 36" descr="data.input.file.text.tabler_outline.v1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document / text source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53" name="Image 37" descr="data.label.tabler_outline.v1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or class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57" name="Image 38" descr="data.loader.tabler_outline.v1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loader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61" name="Image 39" descr="data.mesh.tabler_outline.v1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Mesh or geometric data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1041-1080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5" name="Image 0" descr="data.preprocess.tabler_outline.v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9" name="Image 1" descr="data.split.tabler_outline.v1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split or branch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3" name="Image 2" descr="data.table.tabler_outline.v1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 or structured data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7" name="Image 3" descr="delivery.native.layers.tabler_outline.v1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vector layers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21" name="Image 4" descr="delivery.ppt.tabler_outline.v1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PPT delivery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25" name="Image 5" descr="delivery.svg.tabler_outline.v1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 delivery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29" name="Image 6" descr="dl.compress.adapter.icon.generated_outline.v1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module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33" name="Image 7" descr="dl.compress.distill.icon.generated_outline.v1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Distillation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37" name="Image 8" descr="dl.compress.low.rank.icon.generated_outline.v1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Low-rank update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41" name="Image 9" descr="dl.compress.prune.icon.generated_outline.v1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Pruning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45" name="Image 10" descr="dl.compress.quant.icon.generated_outline.v1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Quantization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49" name="Image 11" descr="dl.explain.saliency.map.generated_outline.v1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Saliency map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53" name="Image 12" descr="dl.layer.mlp.block.generated_outline.v1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MLP block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57" name="Image 13" descr="dl.serve.batch.icon.generated_outline.v1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Batching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61" name="Image 14" descr="dl.serve.queue.icon.generated_outline.v1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Serving queue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65" name="Image 15" descr="dl.serve.router.icon.generated_outline.v1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Serving router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69" name="Image 16" descr="document.caption.anchor.tabler_outline.v1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Caption anchor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73" name="Image 17" descr="document.quote.tabler_outline.v1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Quote or textual claim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77" name="Image 18" descr="evaluation.ablation.tabler_outline.v1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Ablation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81" name="Image 19" descr="evaluation.baseline.tabler_outline.v1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85" name="Image 20" descr="evaluation.benchmark.tabler_outline.v1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89" name="Image 21" descr="evaluation.human.tabler_outline.v1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evaluation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93" name="Image 22" descr="evaluation.leaderboard.tabler_outline.v1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Leaderboard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97" name="Image 23" descr="evaluation.metric.tabler_outline.v1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or score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01" name="Image 24" descr="evaluation.qualitative.tabler_outline.v1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Qualitative evaluation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05" name="Image 25" descr="evidence.board.tabler_outline.v1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board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09" name="Image 26" descr="evidence.chart.bar.tabler_outline.v1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 chart evidence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13" name="Image 27" descr="evidence.chart.line.tabler_outline.v1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 chart evidence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17" name="Image 28" descr="evidence.claim.tabler_outline.v1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or caption evidence anchor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21" name="Image 29" descr="evidence.metric.badge.tabler_outline.v1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badge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25" name="Image 30" descr="evidence.side.card.tabler_outline.v1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 evidence card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29" name="Image 31" descr="experiment.flask.tabler_outline.v1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or test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33" name="Image 32" descr="federated.client.server.tabler_outline.v1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Federated server-client workflow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37" name="Image 33" descr="formula.caption.only.tabler_outline.v1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Caption-only formula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41" name="Image 34" descr="formula.minimal.tabler_outline.v1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formula symbol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45" name="Image 35" descr="inference.beam.tabler_outline.v1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Beam search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49" name="Image 36" descr="inference.decode.tabler_outline.v1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Decoding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53" name="Image 37" descr="inference.filter.tabler_outline.v1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Filtering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57" name="Image 38" descr="inference.forward.tabler_outline.v1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 or forward pass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61" name="Image 39" descr="inference.sampling.tabler_outline.v1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1081-1120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5" name="Image 0" descr="input.observation.tabler_outline.v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9" name="Image 1" descr="input.prompt.tabler_outline.v1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input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3" name="Image 2" descr="input.query.tabler_outline.v1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7" name="Image 3" descr="layout.columns.tabler_outline.v1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Before/after columns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21" name="Image 4" descr="layout.grid.tabler_outline.v1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 of examples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25" name="Image 5" descr="layout.hybrid.overview.tabler_outline.v1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overview composition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29" name="Image 6" descr="layout.matrix.tabler_outline.v1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Matrix or comparison grid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33" name="Image 7" descr="layout.pipeline.tabler_outline.v1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or route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37" name="Image 8" descr="layout.solver.tabler_outline.v1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 solver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41" name="Image 9" descr="layout.storyboard.tabler_outline.v1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Storyboard sequence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45" name="Image 10" descr="layout.taxonomy.tabler_outline.v1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Taxonomy or category tree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49" name="Image 11" descr="layout.workflow.tabler_outline.v1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53" name="Image 12" descr="layout.zoom.callout.tabler_outline.v1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Zoom callout or detail inset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57" name="Image 13" descr="local.workflow.acceptance.gate.local_outline.v1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gate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61" name="Image 14" descr="local.workflow.artifact.roles.local_outline.v1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 roles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65" name="Image 15" descr="local.workflow.cleanup.broom.local_outline.v1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cleanup broom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69" name="Image 16" descr="local.workflow.compatible.pptx.shield.local_outline.v1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compatible pptx shield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73" name="Image 17" descr="local.workflow.delivery.route.local_outline.v1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route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77" name="Image 18" descr="local.workflow.final.rimg.local_outline.v1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rimg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81" name="Image 19" descr="local.workflow.glyph.sheet.local_outline.v1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glyph sheet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85" name="Image 20" descr="local.workflow.pre.entry.check.local_outline.v1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 entry check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89" name="Image 21" descr="local.workflow.project.state.json.local_outline.v1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state json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93" name="Image 22" descr="local.workflow.release.scan.local_outline.v1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scan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97" name="Image 23" descr="local.workflow.semantic.underlay.image.local_outline.v1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underlay image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01" name="Image 24" descr="local.workflow.stage7.handoff.document.local_outline.v1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stage7 handoff document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05" name="Image 25" descr="local.workflow.stage8a.package.local_outline.v1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stage8a package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09" name="Image 26" descr="local.workflow.stage8b.pre.entry.check.local_outline.v1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stage8b pre entry check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13" name="Image 27" descr="local.workflow.stage8b.validation.local_outline.v1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stage8b validation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17" name="Image 28" descr="local.workflow.stage9.document.local_outline.v1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stage9 document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21" name="Image 29" descr="local.workflow.validate.pptx.local_outline.v1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pptx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25" name="Image 30" descr="math.function.tabler_outline.v1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 or equation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29" name="Image 31" descr="math.sigma.tabler_outline.v1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Summation or symbol-heavy math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33" name="Image 32" descr="modality.audio.tabler_outline.v1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Audio or speech modality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37" name="Image 33" descr="modality.image.tabler_outline.v1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input or visual modality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41" name="Image 34" descr="modality.text.tabler_outline.v1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modality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45" name="Image 35" descr="modality.video.tabler_outline.v1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input or temporal visual stream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49" name="Image 36" descr="model.adapter.tabler_outline.v1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module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53" name="Image 37" descr="model.classifier.tabler_outline.v1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Classifier or decision head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57" name="Image 38" descr="model.gate.tabler_outline.v1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Gating mechanism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61" name="Image 39" descr="model.layers.stack.tabler_outline.v1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stack or model depth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1121-1160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5" name="Image 0" descr="model.module.block.tabler_outline.v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model module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9" name="Image 1" descr="model.moe.tabler_outline.v1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Mixture-of-experts module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3" name="Image 2" descr="model.neural.brain.tabler_outline.v1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model or learned intelligence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7" name="Image 3" descr="model.policy.tabler_outline.v1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module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21" name="Image 4" descr="model.prompt.tuning.tabler_outline.v1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tuning module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25" name="Image 5" descr="model.reward.tabler_outline.v1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model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29" name="Image 6" descr="model.router.tabler_outline.v1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 or gating module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33" name="Image 7" descr="model.simulator.tabler_outline.v1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Simulator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37" name="Image 8" descr="model.value.tabler_outline.v1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module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41" name="Image 9" descr="model.verifier.tabler_outline.v1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Verifier module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45" name="Image 10" descr="output.answer.tabler_outline.v1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output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49" name="Image 11" descr="output.prediction.tabler_outline.v1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output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53" name="Image 12" descr="output.report.tabler_outline.v1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output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57" name="Image 13" descr="ports.manifest.tabler_outline.v1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 manifest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61" name="Image 14" descr="preference.profile.tabler_outline.v1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Preference profile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65" name="Image 15" descr="qualitative.after.tabler_outline.v1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example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69" name="Image 16" descr="qualitative.before.tabler_outline.v1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example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73" name="Image 17" descr="reader.cyclic.tabler_outline.v1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Cyclic reader path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77" name="Image 18" descr="reader.evidence.first.tabler_outline.v1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Evidence-first reader path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81" name="Image 19" descr="reader.example.first.tabler_outline.v1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Example-first reader path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85" name="Image 20" descr="reader.inside.out.tabler_outline.v1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Inside-out reader path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89" name="Image 21" descr="reader.left.to.right.tabler_outline.v1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Left-to-right reader path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93" name="Image 22" descr="reader.top.to.bottom.tabler_outline.v1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Top-to-bottom reader path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97" name="Image 23" descr="reference.paper.tabler_outline.v1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paper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01" name="Image 24" descr="retrieval.context.tabler_outline.v1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Retrieved context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05" name="Image 25" descr="reward.star.tabler_outline.v1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or preference score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09" name="Image 26" descr="rollback.repair.tabler_outline.v1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Repair or rollback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13" name="Image 27" descr="round1.diverse.exploration.tabler_outline.v1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1 diverse exploration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17" name="Image 28" descr="round2.reviewer.first.tabler_outline.v1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2 reviewer-first candidate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21" name="Image 29" descr="security.audit.tabler_outline.v1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25" name="Image 30" descr="security.risk.tabler_outline.v1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29" name="Image 31" descr="security.trust.tabler_outline.v1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signal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32" name="Shape 98"/>
          <p:cNvSpPr/>
          <p:nvPr/>
        </p:nvSpPr>
        <p:spPr>
          <a:xfrm>
            <a:off x="41148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33" name="Image 32" descr="source.grounding.tabler_outline.v1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23544" y="5431536"/>
            <a:ext cx="329184" cy="329184"/>
          </a:xfrm>
          <a:prstGeom prst="rect">
            <a:avLst/>
          </a:prstGeom>
        </p:spPr>
      </p:pic>
      <p:sp>
        <p:nvSpPr>
          <p:cNvPr id="134" name="Text 99"/>
          <p:cNvSpPr/>
          <p:nvPr/>
        </p:nvSpPr>
        <p:spPr>
          <a:xfrm>
            <a:off x="46634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grounding</a:t>
            </a:r>
            <a:endParaRPr lang="en-US" sz="550" dirty="0"/>
          </a:p>
        </p:txBody>
      </p:sp>
      <p:sp>
        <p:nvSpPr>
          <p:cNvPr id="135" name="Text 100"/>
          <p:cNvSpPr/>
          <p:nvPr/>
        </p:nvSpPr>
        <p:spPr>
          <a:xfrm>
            <a:off x="46634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36" name="Shape 101"/>
          <p:cNvSpPr/>
          <p:nvPr/>
        </p:nvSpPr>
        <p:spPr>
          <a:xfrm>
            <a:off x="190195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37" name="Image 33" descr="stage.output.tabler_outline.v1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414016" y="5431536"/>
            <a:ext cx="329184" cy="329184"/>
          </a:xfrm>
          <a:prstGeom prst="rect">
            <a:avLst/>
          </a:prstGeom>
        </p:spPr>
      </p:pic>
      <p:sp>
        <p:nvSpPr>
          <p:cNvPr id="138" name="Text 102"/>
          <p:cNvSpPr/>
          <p:nvPr/>
        </p:nvSpPr>
        <p:spPr>
          <a:xfrm>
            <a:off x="195681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output artifact</a:t>
            </a:r>
            <a:endParaRPr lang="en-US" sz="550" dirty="0"/>
          </a:p>
        </p:txBody>
      </p:sp>
      <p:sp>
        <p:nvSpPr>
          <p:cNvPr id="139" name="Text 103"/>
          <p:cNvSpPr/>
          <p:nvPr/>
        </p:nvSpPr>
        <p:spPr>
          <a:xfrm>
            <a:off x="195681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40" name="Shape 104"/>
          <p:cNvSpPr/>
          <p:nvPr/>
        </p:nvSpPr>
        <p:spPr>
          <a:xfrm>
            <a:off x="339242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41" name="Image 34" descr="status.failure.tabler_outline.v1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04488" y="5431536"/>
            <a:ext cx="329184" cy="329184"/>
          </a:xfrm>
          <a:prstGeom prst="rect">
            <a:avLst/>
          </a:prstGeom>
        </p:spPr>
      </p:pic>
      <p:sp>
        <p:nvSpPr>
          <p:cNvPr id="142" name="Text 105"/>
          <p:cNvSpPr/>
          <p:nvPr/>
        </p:nvSpPr>
        <p:spPr>
          <a:xfrm>
            <a:off x="344728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or rejected path</a:t>
            </a:r>
            <a:endParaRPr lang="en-US" sz="550" dirty="0"/>
          </a:p>
        </p:txBody>
      </p:sp>
      <p:sp>
        <p:nvSpPr>
          <p:cNvPr id="143" name="Text 106"/>
          <p:cNvSpPr/>
          <p:nvPr/>
        </p:nvSpPr>
        <p:spPr>
          <a:xfrm>
            <a:off x="344728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44" name="Shape 107"/>
          <p:cNvSpPr/>
          <p:nvPr/>
        </p:nvSpPr>
        <p:spPr>
          <a:xfrm>
            <a:off x="4882896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45" name="Image 35" descr="status.success.tabler_outline.v1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394960" y="5431536"/>
            <a:ext cx="329184" cy="329184"/>
          </a:xfrm>
          <a:prstGeom prst="rect">
            <a:avLst/>
          </a:prstGeom>
        </p:spPr>
      </p:pic>
      <p:sp>
        <p:nvSpPr>
          <p:cNvPr id="146" name="Text 108"/>
          <p:cNvSpPr/>
          <p:nvPr/>
        </p:nvSpPr>
        <p:spPr>
          <a:xfrm>
            <a:off x="4937760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or passed gate</a:t>
            </a:r>
            <a:endParaRPr lang="en-US" sz="550" dirty="0"/>
          </a:p>
        </p:txBody>
      </p:sp>
      <p:sp>
        <p:nvSpPr>
          <p:cNvPr id="147" name="Text 109"/>
          <p:cNvSpPr/>
          <p:nvPr/>
        </p:nvSpPr>
        <p:spPr>
          <a:xfrm>
            <a:off x="4937760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48" name="Shape 110"/>
          <p:cNvSpPr/>
          <p:nvPr/>
        </p:nvSpPr>
        <p:spPr>
          <a:xfrm>
            <a:off x="6373368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49" name="Image 36" descr="status.warning.tabler_outline.v1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885432" y="5431536"/>
            <a:ext cx="329184" cy="329184"/>
          </a:xfrm>
          <a:prstGeom prst="rect">
            <a:avLst/>
          </a:prstGeom>
        </p:spPr>
      </p:pic>
      <p:sp>
        <p:nvSpPr>
          <p:cNvPr id="150" name="Text 111"/>
          <p:cNvSpPr/>
          <p:nvPr/>
        </p:nvSpPr>
        <p:spPr>
          <a:xfrm>
            <a:off x="6428232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Warning or limitation</a:t>
            </a:r>
            <a:endParaRPr lang="en-US" sz="550" dirty="0"/>
          </a:p>
        </p:txBody>
      </p:sp>
      <p:sp>
        <p:nvSpPr>
          <p:cNvPr id="151" name="Text 112"/>
          <p:cNvSpPr/>
          <p:nvPr/>
        </p:nvSpPr>
        <p:spPr>
          <a:xfrm>
            <a:off x="6428232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52" name="Shape 113"/>
          <p:cNvSpPr/>
          <p:nvPr/>
        </p:nvSpPr>
        <p:spPr>
          <a:xfrm>
            <a:off x="7863840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53" name="Image 37" descr="style.callout.tabler_outline.v1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8375904" y="5431536"/>
            <a:ext cx="329184" cy="329184"/>
          </a:xfrm>
          <a:prstGeom prst="rect">
            <a:avLst/>
          </a:prstGeom>
        </p:spPr>
      </p:pic>
      <p:sp>
        <p:nvSpPr>
          <p:cNvPr id="154" name="Text 114"/>
          <p:cNvSpPr/>
          <p:nvPr/>
        </p:nvSpPr>
        <p:spPr>
          <a:xfrm>
            <a:off x="7918704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Callout annotation</a:t>
            </a:r>
            <a:endParaRPr lang="en-US" sz="550" dirty="0"/>
          </a:p>
        </p:txBody>
      </p:sp>
      <p:sp>
        <p:nvSpPr>
          <p:cNvPr id="155" name="Text 115"/>
          <p:cNvSpPr/>
          <p:nvPr/>
        </p:nvSpPr>
        <p:spPr>
          <a:xfrm>
            <a:off x="7918704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56" name="Shape 116"/>
          <p:cNvSpPr/>
          <p:nvPr/>
        </p:nvSpPr>
        <p:spPr>
          <a:xfrm>
            <a:off x="9354312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57" name="Image 38" descr="style.legend.tabler_outline.v1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866376" y="5431536"/>
            <a:ext cx="329184" cy="329184"/>
          </a:xfrm>
          <a:prstGeom prst="rect">
            <a:avLst/>
          </a:prstGeom>
        </p:spPr>
      </p:pic>
      <p:sp>
        <p:nvSpPr>
          <p:cNvPr id="158" name="Text 117"/>
          <p:cNvSpPr/>
          <p:nvPr/>
        </p:nvSpPr>
        <p:spPr>
          <a:xfrm>
            <a:off x="9409176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Legend</a:t>
            </a:r>
            <a:endParaRPr lang="en-US" sz="550" dirty="0"/>
          </a:p>
        </p:txBody>
      </p:sp>
      <p:sp>
        <p:nvSpPr>
          <p:cNvPr id="159" name="Text 118"/>
          <p:cNvSpPr/>
          <p:nvPr/>
        </p:nvSpPr>
        <p:spPr>
          <a:xfrm>
            <a:off x="9409176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60" name="Shape 119"/>
          <p:cNvSpPr/>
          <p:nvPr/>
        </p:nvSpPr>
        <p:spPr>
          <a:xfrm>
            <a:off x="10844784" y="5340096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61" name="Image 39" descr="style.palette.tabler_outline.v1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1356848" y="5431536"/>
            <a:ext cx="329184" cy="329184"/>
          </a:xfrm>
          <a:prstGeom prst="rect">
            <a:avLst/>
          </a:prstGeom>
        </p:spPr>
      </p:pic>
      <p:sp>
        <p:nvSpPr>
          <p:cNvPr id="162" name="Text 120"/>
          <p:cNvSpPr/>
          <p:nvPr/>
        </p:nvSpPr>
        <p:spPr>
          <a:xfrm>
            <a:off x="10899648" y="58155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Palette preference</a:t>
            </a:r>
            <a:endParaRPr lang="en-US" sz="550" dirty="0"/>
          </a:p>
        </p:txBody>
      </p:sp>
      <p:sp>
        <p:nvSpPr>
          <p:cNvPr id="163" name="Text 121"/>
          <p:cNvSpPr/>
          <p:nvPr/>
        </p:nvSpPr>
        <p:spPr>
          <a:xfrm>
            <a:off x="10899648" y="60350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64" name="Text 12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SVG icon catalog 1161-1192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tile includes primary meaning and curation decision.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5" name="Image 0" descr="style.shape.node.tabler_outline.v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932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shape language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4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8" name="Shape 5"/>
          <p:cNvSpPr/>
          <p:nvPr/>
        </p:nvSpPr>
        <p:spPr>
          <a:xfrm>
            <a:off x="190195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9" name="Image 1" descr="style.shape.rounded.card.tabler_outline.v1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016" y="9326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681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Rounded card shape language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195681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2" name="Shape 8"/>
          <p:cNvSpPr/>
          <p:nvPr/>
        </p:nvSpPr>
        <p:spPr>
          <a:xfrm>
            <a:off x="339242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3" name="Image 2" descr="style.shape.tile.tabler_outline.v1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4488" y="9326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728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Tile shape language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344728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6" name="Shape 11"/>
          <p:cNvSpPr/>
          <p:nvPr/>
        </p:nvSpPr>
        <p:spPr>
          <a:xfrm>
            <a:off x="4882896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7" name="Image 3" descr="system.client.tabler_outline.v1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60" y="9326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37760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or user device</a:t>
            </a:r>
            <a:endParaRPr lang="en-US" sz="550" dirty="0"/>
          </a:p>
        </p:txBody>
      </p:sp>
      <p:sp>
        <p:nvSpPr>
          <p:cNvPr id="19" name="Text 13"/>
          <p:cNvSpPr/>
          <p:nvPr/>
        </p:nvSpPr>
        <p:spPr>
          <a:xfrm>
            <a:off x="4937760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20" name="Shape 14"/>
          <p:cNvSpPr/>
          <p:nvPr/>
        </p:nvSpPr>
        <p:spPr>
          <a:xfrm>
            <a:off x="6373368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21" name="Image 4" descr="system.cloud.tabler_outline.v1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5432" y="932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8232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service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6428232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24" name="Shape 17"/>
          <p:cNvSpPr/>
          <p:nvPr/>
        </p:nvSpPr>
        <p:spPr>
          <a:xfrm>
            <a:off x="7863840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25" name="Image 5" descr="system.cluster.tabler_outline.v1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5904" y="932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18704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cluster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7918704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28" name="Shape 20"/>
          <p:cNvSpPr/>
          <p:nvPr/>
        </p:nvSpPr>
        <p:spPr>
          <a:xfrm>
            <a:off x="9354312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29" name="Image 6" descr="system.config.tabler_outline.v1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376" y="9326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09176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</a:t>
            </a:r>
            <a:endParaRPr lang="en-US" sz="550" dirty="0"/>
          </a:p>
        </p:txBody>
      </p:sp>
      <p:sp>
        <p:nvSpPr>
          <p:cNvPr id="31" name="Text 22"/>
          <p:cNvSpPr/>
          <p:nvPr/>
        </p:nvSpPr>
        <p:spPr>
          <a:xfrm>
            <a:off x="9409176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32" name="Shape 23"/>
          <p:cNvSpPr/>
          <p:nvPr/>
        </p:nvSpPr>
        <p:spPr>
          <a:xfrm>
            <a:off x="10844784" y="841248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33" name="Image 7" descr="system.container.tabler_outline.v1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56848" y="93268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899648" y="13167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</a:t>
            </a:r>
            <a:endParaRPr lang="en-US" sz="550" dirty="0"/>
          </a:p>
        </p:txBody>
      </p:sp>
      <p:sp>
        <p:nvSpPr>
          <p:cNvPr id="35" name="Text 25"/>
          <p:cNvSpPr/>
          <p:nvPr/>
        </p:nvSpPr>
        <p:spPr>
          <a:xfrm>
            <a:off x="10899648" y="15361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36" name="Shape 26"/>
          <p:cNvSpPr/>
          <p:nvPr/>
        </p:nvSpPr>
        <p:spPr>
          <a:xfrm>
            <a:off x="41148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37" name="Image 8" descr="system.edge.device.tabler_outline.v1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2057400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6634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device</a:t>
            </a:r>
            <a:endParaRPr lang="en-US" sz="550" dirty="0"/>
          </a:p>
        </p:txBody>
      </p:sp>
      <p:sp>
        <p:nvSpPr>
          <p:cNvPr id="39" name="Text 28"/>
          <p:cNvSpPr/>
          <p:nvPr/>
        </p:nvSpPr>
        <p:spPr>
          <a:xfrm>
            <a:off x="46634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40" name="Shape 29"/>
          <p:cNvSpPr/>
          <p:nvPr/>
        </p:nvSpPr>
        <p:spPr>
          <a:xfrm>
            <a:off x="190195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41" name="Image 9" descr="system.event.tabler_outline.v1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14016" y="2057400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95681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trigger</a:t>
            </a:r>
            <a:endParaRPr lang="en-US" sz="550" dirty="0"/>
          </a:p>
        </p:txBody>
      </p:sp>
      <p:sp>
        <p:nvSpPr>
          <p:cNvPr id="43" name="Text 31"/>
          <p:cNvSpPr/>
          <p:nvPr/>
        </p:nvSpPr>
        <p:spPr>
          <a:xfrm>
            <a:off x="195681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44" name="Shape 32"/>
          <p:cNvSpPr/>
          <p:nvPr/>
        </p:nvSpPr>
        <p:spPr>
          <a:xfrm>
            <a:off x="339242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45" name="Image 10" descr="system.monitor.tabler_outline.v1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4488" y="2057400"/>
            <a:ext cx="329184" cy="32918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44728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/ telemetry</a:t>
            </a:r>
            <a:endParaRPr lang="en-US" sz="550" dirty="0"/>
          </a:p>
        </p:txBody>
      </p:sp>
      <p:sp>
        <p:nvSpPr>
          <p:cNvPr id="47" name="Text 34"/>
          <p:cNvSpPr/>
          <p:nvPr/>
        </p:nvSpPr>
        <p:spPr>
          <a:xfrm>
            <a:off x="344728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48" name="Shape 35"/>
          <p:cNvSpPr/>
          <p:nvPr/>
        </p:nvSpPr>
        <p:spPr>
          <a:xfrm>
            <a:off x="4882896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49" name="Image 11" descr="system.pipeline.service.tabler_outline.v1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94960" y="2057400"/>
            <a:ext cx="329184" cy="32918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937760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service</a:t>
            </a:r>
            <a:endParaRPr lang="en-US" sz="550" dirty="0"/>
          </a:p>
        </p:txBody>
      </p:sp>
      <p:sp>
        <p:nvSpPr>
          <p:cNvPr id="51" name="Text 37"/>
          <p:cNvSpPr/>
          <p:nvPr/>
        </p:nvSpPr>
        <p:spPr>
          <a:xfrm>
            <a:off x="4937760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52" name="Shape 38"/>
          <p:cNvSpPr/>
          <p:nvPr/>
        </p:nvSpPr>
        <p:spPr>
          <a:xfrm>
            <a:off x="6373368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53" name="Image 12" descr="system.privacy.lock.tabler_outline.v1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5432" y="2057400"/>
            <a:ext cx="329184" cy="32918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428232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or locked data</a:t>
            </a:r>
            <a:endParaRPr lang="en-US" sz="550" dirty="0"/>
          </a:p>
        </p:txBody>
      </p:sp>
      <p:sp>
        <p:nvSpPr>
          <p:cNvPr id="55" name="Text 40"/>
          <p:cNvSpPr/>
          <p:nvPr/>
        </p:nvSpPr>
        <p:spPr>
          <a:xfrm>
            <a:off x="6428232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56" name="Shape 41"/>
          <p:cNvSpPr/>
          <p:nvPr/>
        </p:nvSpPr>
        <p:spPr>
          <a:xfrm>
            <a:off x="7863840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57" name="Image 13" descr="system.queue.tabler_outline.v1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75904" y="2057400"/>
            <a:ext cx="329184" cy="32918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918704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</a:t>
            </a:r>
            <a:endParaRPr lang="en-US" sz="550" dirty="0"/>
          </a:p>
        </p:txBody>
      </p:sp>
      <p:sp>
        <p:nvSpPr>
          <p:cNvPr id="59" name="Text 43"/>
          <p:cNvSpPr/>
          <p:nvPr/>
        </p:nvSpPr>
        <p:spPr>
          <a:xfrm>
            <a:off x="7918704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60" name="Shape 44"/>
          <p:cNvSpPr/>
          <p:nvPr/>
        </p:nvSpPr>
        <p:spPr>
          <a:xfrm>
            <a:off x="9354312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61" name="Image 14" descr="system.router.tabler_outline.v1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66376" y="2057400"/>
            <a:ext cx="329184" cy="32918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409176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 / routing policy</a:t>
            </a:r>
            <a:endParaRPr lang="en-US" sz="550" dirty="0"/>
          </a:p>
        </p:txBody>
      </p:sp>
      <p:sp>
        <p:nvSpPr>
          <p:cNvPr id="63" name="Text 46"/>
          <p:cNvSpPr/>
          <p:nvPr/>
        </p:nvSpPr>
        <p:spPr>
          <a:xfrm>
            <a:off x="9409176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64" name="Shape 47"/>
          <p:cNvSpPr/>
          <p:nvPr/>
        </p:nvSpPr>
        <p:spPr>
          <a:xfrm>
            <a:off x="10844784" y="1965960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65" name="Image 15" descr="system.server.tabler_outline.v1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56848" y="2057400"/>
            <a:ext cx="329184" cy="329184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899648" y="24414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10899648" y="26609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68" name="Shape 50"/>
          <p:cNvSpPr/>
          <p:nvPr/>
        </p:nvSpPr>
        <p:spPr>
          <a:xfrm>
            <a:off x="41148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69" name="Image 16" descr="target.paper.tabler_outline.v1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544" y="3182112"/>
            <a:ext cx="329184" cy="32918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6634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paper</a:t>
            </a:r>
            <a:endParaRPr lang="en-US" sz="550" dirty="0"/>
          </a:p>
        </p:txBody>
      </p:sp>
      <p:sp>
        <p:nvSpPr>
          <p:cNvPr id="71" name="Text 52"/>
          <p:cNvSpPr/>
          <p:nvPr/>
        </p:nvSpPr>
        <p:spPr>
          <a:xfrm>
            <a:off x="46634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72" name="Shape 53"/>
          <p:cNvSpPr/>
          <p:nvPr/>
        </p:nvSpPr>
        <p:spPr>
          <a:xfrm>
            <a:off x="190195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73" name="Image 17" descr="training.alignment.tabler_outline.v1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14016" y="3182112"/>
            <a:ext cx="329184" cy="32918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95681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Alignment</a:t>
            </a:r>
            <a:endParaRPr lang="en-US" sz="550" dirty="0"/>
          </a:p>
        </p:txBody>
      </p:sp>
      <p:sp>
        <p:nvSpPr>
          <p:cNvPr id="75" name="Text 55"/>
          <p:cNvSpPr/>
          <p:nvPr/>
        </p:nvSpPr>
        <p:spPr>
          <a:xfrm>
            <a:off x="195681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76" name="Shape 56"/>
          <p:cNvSpPr/>
          <p:nvPr/>
        </p:nvSpPr>
        <p:spPr>
          <a:xfrm>
            <a:off x="339242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77" name="Image 18" descr="training.checkpoint.tabler_outline.v1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04488" y="3182112"/>
            <a:ext cx="329184" cy="329184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44728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</a:t>
            </a:r>
            <a:endParaRPr lang="en-US" sz="550" dirty="0"/>
          </a:p>
        </p:txBody>
      </p:sp>
      <p:sp>
        <p:nvSpPr>
          <p:cNvPr id="79" name="Text 58"/>
          <p:cNvSpPr/>
          <p:nvPr/>
        </p:nvSpPr>
        <p:spPr>
          <a:xfrm>
            <a:off x="344728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80" name="Shape 59"/>
          <p:cNvSpPr/>
          <p:nvPr/>
        </p:nvSpPr>
        <p:spPr>
          <a:xfrm>
            <a:off x="4882896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81" name="Image 19" descr="training.distillation.tabler_outline.v1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394960" y="3182112"/>
            <a:ext cx="329184" cy="329184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937760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Distillation</a:t>
            </a:r>
            <a:endParaRPr lang="en-US" sz="550" dirty="0"/>
          </a:p>
        </p:txBody>
      </p:sp>
      <p:sp>
        <p:nvSpPr>
          <p:cNvPr id="83" name="Text 61"/>
          <p:cNvSpPr/>
          <p:nvPr/>
        </p:nvSpPr>
        <p:spPr>
          <a:xfrm>
            <a:off x="4937760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84" name="Shape 62"/>
          <p:cNvSpPr/>
          <p:nvPr/>
        </p:nvSpPr>
        <p:spPr>
          <a:xfrm>
            <a:off x="6373368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85" name="Image 20" descr="training.gradient.tabler_outline.v1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885432" y="3182112"/>
            <a:ext cx="329184" cy="329184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428232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</a:t>
            </a:r>
            <a:endParaRPr lang="en-US" sz="550" dirty="0"/>
          </a:p>
        </p:txBody>
      </p:sp>
      <p:sp>
        <p:nvSpPr>
          <p:cNvPr id="87" name="Text 64"/>
          <p:cNvSpPr/>
          <p:nvPr/>
        </p:nvSpPr>
        <p:spPr>
          <a:xfrm>
            <a:off x="6428232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88" name="Shape 65"/>
          <p:cNvSpPr/>
          <p:nvPr/>
        </p:nvSpPr>
        <p:spPr>
          <a:xfrm>
            <a:off x="7863840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89" name="Image 21" descr="training.loop.tabler_outline.v1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5904" y="3182112"/>
            <a:ext cx="329184" cy="329184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918704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loop or iterative update</a:t>
            </a:r>
            <a:endParaRPr lang="en-US" sz="550" dirty="0"/>
          </a:p>
        </p:txBody>
      </p:sp>
      <p:sp>
        <p:nvSpPr>
          <p:cNvPr id="91" name="Text 67"/>
          <p:cNvSpPr/>
          <p:nvPr/>
        </p:nvSpPr>
        <p:spPr>
          <a:xfrm>
            <a:off x="7918704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92" name="Shape 68"/>
          <p:cNvSpPr/>
          <p:nvPr/>
        </p:nvSpPr>
        <p:spPr>
          <a:xfrm>
            <a:off x="9354312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93" name="Image 22" descr="training.optimizer.tabler_outline.v1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66376" y="3182112"/>
            <a:ext cx="329184" cy="329184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409176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Optimizer or improvement trend</a:t>
            </a:r>
            <a:endParaRPr lang="en-US" sz="550" dirty="0"/>
          </a:p>
        </p:txBody>
      </p:sp>
      <p:sp>
        <p:nvSpPr>
          <p:cNvPr id="95" name="Text 70"/>
          <p:cNvSpPr/>
          <p:nvPr/>
        </p:nvSpPr>
        <p:spPr>
          <a:xfrm>
            <a:off x="9409176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96" name="Shape 71"/>
          <p:cNvSpPr/>
          <p:nvPr/>
        </p:nvSpPr>
        <p:spPr>
          <a:xfrm>
            <a:off x="10844784" y="3090672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97" name="Image 23" descr="training.regularizer.tabler_outline.v1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356848" y="3182112"/>
            <a:ext cx="329184" cy="32918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899648" y="35661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Regularizer</a:t>
            </a:r>
            <a:endParaRPr lang="en-US" sz="550" dirty="0"/>
          </a:p>
        </p:txBody>
      </p:sp>
      <p:sp>
        <p:nvSpPr>
          <p:cNvPr id="99" name="Text 73"/>
          <p:cNvSpPr/>
          <p:nvPr/>
        </p:nvSpPr>
        <p:spPr>
          <a:xfrm>
            <a:off x="10899648" y="37856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00" name="Shape 74"/>
          <p:cNvSpPr/>
          <p:nvPr/>
        </p:nvSpPr>
        <p:spPr>
          <a:xfrm>
            <a:off x="41148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01" name="Image 24" descr="training.scheduler.tabler_outline.v1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23544" y="4306824"/>
            <a:ext cx="329184" cy="329184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46634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Scheduler</a:t>
            </a:r>
            <a:endParaRPr lang="en-US" sz="550" dirty="0"/>
          </a:p>
        </p:txBody>
      </p:sp>
      <p:sp>
        <p:nvSpPr>
          <p:cNvPr id="103" name="Text 76"/>
          <p:cNvSpPr/>
          <p:nvPr/>
        </p:nvSpPr>
        <p:spPr>
          <a:xfrm>
            <a:off x="46634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04" name="Shape 77"/>
          <p:cNvSpPr/>
          <p:nvPr/>
        </p:nvSpPr>
        <p:spPr>
          <a:xfrm>
            <a:off x="190195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05" name="Image 25" descr="validation.density.tabler_outline.v1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14016" y="4306824"/>
            <a:ext cx="329184" cy="329184"/>
          </a:xfrm>
          <a:prstGeom prst="rect">
            <a:avLst/>
          </a:prstGeom>
        </p:spPr>
      </p:pic>
      <p:sp>
        <p:nvSpPr>
          <p:cNvPr id="106" name="Text 78"/>
          <p:cNvSpPr/>
          <p:nvPr/>
        </p:nvSpPr>
        <p:spPr>
          <a:xfrm>
            <a:off x="195681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Density validation</a:t>
            </a:r>
            <a:endParaRPr lang="en-US" sz="550" dirty="0"/>
          </a:p>
        </p:txBody>
      </p:sp>
      <p:sp>
        <p:nvSpPr>
          <p:cNvPr id="107" name="Text 79"/>
          <p:cNvSpPr/>
          <p:nvPr/>
        </p:nvSpPr>
        <p:spPr>
          <a:xfrm>
            <a:off x="195681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08" name="Shape 80"/>
          <p:cNvSpPr/>
          <p:nvPr/>
        </p:nvSpPr>
        <p:spPr>
          <a:xfrm>
            <a:off x="339242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09" name="Image 26" descr="validation.fidelity.tabler_outline.v1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904488" y="4306824"/>
            <a:ext cx="329184" cy="32918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344728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Fidelity validation</a:t>
            </a:r>
            <a:endParaRPr lang="en-US" sz="550" dirty="0"/>
          </a:p>
        </p:txBody>
      </p:sp>
      <p:sp>
        <p:nvSpPr>
          <p:cNvPr id="111" name="Text 82"/>
          <p:cNvSpPr/>
          <p:nvPr/>
        </p:nvSpPr>
        <p:spPr>
          <a:xfrm>
            <a:off x="344728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12" name="Shape 83"/>
          <p:cNvSpPr/>
          <p:nvPr/>
        </p:nvSpPr>
        <p:spPr>
          <a:xfrm>
            <a:off x="4882896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13" name="Image 27" descr="validation.reference.adaptation.tabler_outline.v1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394960" y="4306824"/>
            <a:ext cx="329184" cy="329184"/>
          </a:xfrm>
          <a:prstGeom prst="rect">
            <a:avLst/>
          </a:prstGeom>
        </p:spPr>
      </p:pic>
      <p:sp>
        <p:nvSpPr>
          <p:cNvPr id="114" name="Text 84"/>
          <p:cNvSpPr/>
          <p:nvPr/>
        </p:nvSpPr>
        <p:spPr>
          <a:xfrm>
            <a:off x="4937760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adaptation validation</a:t>
            </a:r>
            <a:endParaRPr lang="en-US" sz="550" dirty="0"/>
          </a:p>
        </p:txBody>
      </p:sp>
      <p:sp>
        <p:nvSpPr>
          <p:cNvPr id="115" name="Text 85"/>
          <p:cNvSpPr/>
          <p:nvPr/>
        </p:nvSpPr>
        <p:spPr>
          <a:xfrm>
            <a:off x="4937760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16" name="Shape 86"/>
          <p:cNvSpPr/>
          <p:nvPr/>
        </p:nvSpPr>
        <p:spPr>
          <a:xfrm>
            <a:off x="6373368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17" name="Image 28" descr="vector.editable.svg.tabler_outline.v1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885432" y="4306824"/>
            <a:ext cx="329184" cy="329184"/>
          </a:xfrm>
          <a:prstGeom prst="rect">
            <a:avLst/>
          </a:prstGeom>
        </p:spPr>
      </p:pic>
      <p:sp>
        <p:nvSpPr>
          <p:cNvPr id="118" name="Text 87"/>
          <p:cNvSpPr/>
          <p:nvPr/>
        </p:nvSpPr>
        <p:spPr>
          <a:xfrm>
            <a:off x="6428232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vector SVG</a:t>
            </a:r>
            <a:endParaRPr lang="en-US" sz="550" dirty="0"/>
          </a:p>
        </p:txBody>
      </p:sp>
      <p:sp>
        <p:nvSpPr>
          <p:cNvPr id="119" name="Text 88"/>
          <p:cNvSpPr/>
          <p:nvPr/>
        </p:nvSpPr>
        <p:spPr>
          <a:xfrm>
            <a:off x="6428232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20" name="Shape 89"/>
          <p:cNvSpPr/>
          <p:nvPr/>
        </p:nvSpPr>
        <p:spPr>
          <a:xfrm>
            <a:off x="7863840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21" name="Image 29" descr="vision.scan.eye.tabler_outline.v1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375904" y="4306824"/>
            <a:ext cx="329184" cy="329184"/>
          </a:xfrm>
          <a:prstGeom prst="rect">
            <a:avLst/>
          </a:prstGeom>
        </p:spPr>
      </p:pic>
      <p:sp>
        <p:nvSpPr>
          <p:cNvPr id="122" name="Text 90"/>
          <p:cNvSpPr/>
          <p:nvPr/>
        </p:nvSpPr>
        <p:spPr>
          <a:xfrm>
            <a:off x="7918704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inspection / perception</a:t>
            </a:r>
            <a:endParaRPr lang="en-US" sz="550" dirty="0"/>
          </a:p>
        </p:txBody>
      </p:sp>
      <p:sp>
        <p:nvSpPr>
          <p:cNvPr id="123" name="Text 91"/>
          <p:cNvSpPr/>
          <p:nvPr/>
        </p:nvSpPr>
        <p:spPr>
          <a:xfrm>
            <a:off x="7918704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24" name="Shape 92"/>
          <p:cNvSpPr/>
          <p:nvPr/>
        </p:nvSpPr>
        <p:spPr>
          <a:xfrm>
            <a:off x="9354312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25" name="Image 30" descr="visual.style.reference.tabler_outline.v1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866376" y="4306824"/>
            <a:ext cx="329184" cy="329184"/>
          </a:xfrm>
          <a:prstGeom prst="rect">
            <a:avLst/>
          </a:prstGeom>
        </p:spPr>
      </p:pic>
      <p:sp>
        <p:nvSpPr>
          <p:cNvPr id="126" name="Text 93"/>
          <p:cNvSpPr/>
          <p:nvPr/>
        </p:nvSpPr>
        <p:spPr>
          <a:xfrm>
            <a:off x="9409176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style reference</a:t>
            </a:r>
            <a:endParaRPr lang="en-US" sz="550" dirty="0"/>
          </a:p>
        </p:txBody>
      </p:sp>
      <p:sp>
        <p:nvSpPr>
          <p:cNvPr id="127" name="Text 94"/>
          <p:cNvSpPr/>
          <p:nvPr/>
        </p:nvSpPr>
        <p:spPr>
          <a:xfrm>
            <a:off x="9409176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28" name="Shape 95"/>
          <p:cNvSpPr/>
          <p:nvPr/>
        </p:nvSpPr>
        <p:spPr>
          <a:xfrm>
            <a:off x="10844784" y="4215384"/>
            <a:ext cx="1353312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7620">
            <a:solidFill>
              <a:srgbClr val="D99A9A"/>
            </a:solidFill>
            <a:prstDash val="solid"/>
          </a:ln>
        </p:spPr>
      </p:sp>
      <p:pic>
        <p:nvPicPr>
          <p:cNvPr id="129" name="Image 31" descr="writing.feedback.tabler_outline.v1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1356848" y="4306824"/>
            <a:ext cx="329184" cy="329184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899648" y="46908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Writing feedback</a:t>
            </a:r>
            <a:endParaRPr lang="en-US" sz="550" dirty="0"/>
          </a:p>
        </p:txBody>
      </p:sp>
      <p:sp>
        <p:nvSpPr>
          <p:cNvPr id="131" name="Text 97"/>
          <p:cNvSpPr/>
          <p:nvPr/>
        </p:nvSpPr>
        <p:spPr>
          <a:xfrm>
            <a:off x="10899648" y="49103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icon | quarantine</a:t>
            </a:r>
            <a:endParaRPr lang="en-US" sz="470" dirty="0"/>
          </a:p>
        </p:txBody>
      </p:sp>
      <p:sp>
        <p:nvSpPr>
          <p:cNvPr id="132" name="Text 98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SVGs are embedded as internal media. Use curated keep/support assets by default; replacement/quarantine are shown for audit.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Local PFOS library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PFOS Curated Icon Master Catalog</dc:title>
  <dc:subject>Embedded SVG icon catalog</dc:subject>
  <dc:creator>PFOS Skill A</dc:creator>
  <cp:lastModifiedBy>PFOS Skill A</cp:lastModifiedBy>
  <cp:revision>1</cp:revision>
  <dcterms:created xsi:type="dcterms:W3CDTF">2026-05-24T12:02:54Z</dcterms:created>
  <dcterms:modified xsi:type="dcterms:W3CDTF">2026-05-24T12:02:54Z</dcterms:modified>
</cp:coreProperties>
</file>